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21"/>
  </p:notesMasterIdLst>
  <p:handoutMasterIdLst>
    <p:handoutMasterId r:id="rId22"/>
  </p:handoutMasterIdLst>
  <p:sldIdLst>
    <p:sldId id="324" r:id="rId5"/>
    <p:sldId id="304" r:id="rId6"/>
    <p:sldId id="307" r:id="rId7"/>
    <p:sldId id="281" r:id="rId8"/>
    <p:sldId id="282" r:id="rId9"/>
    <p:sldId id="314" r:id="rId10"/>
    <p:sldId id="315" r:id="rId11"/>
    <p:sldId id="317" r:id="rId12"/>
    <p:sldId id="325" r:id="rId13"/>
    <p:sldId id="326" r:id="rId14"/>
    <p:sldId id="327" r:id="rId15"/>
    <p:sldId id="328" r:id="rId16"/>
    <p:sldId id="329" r:id="rId17"/>
    <p:sldId id="318" r:id="rId18"/>
    <p:sldId id="319" r:id="rId19"/>
    <p:sldId id="297" r:id="rId20"/>
  </p:sldIdLst>
  <p:sldSz cx="12192000" cy="6858000"/>
  <p:notesSz cx="13716000" cy="24384000"/>
  <p:defaultTextStyle>
    <a:defPPr rtl="0">
      <a:defRPr lang="fr-FR"/>
    </a:defPPr>
    <a:lvl1pPr marL="0" algn="l" defTabSz="457200" rtl="0" eaLnBrk="1" latinLnBrk="0" hangingPunct="1">
      <a:defRPr lang="fr-FR" sz="1800" kern="1200">
        <a:solidFill>
          <a:schemeClr val="tx1"/>
        </a:solidFill>
        <a:latin typeface="+mn-lt"/>
        <a:ea typeface="+mn-ea"/>
        <a:cs typeface="+mn-cs"/>
      </a:defRPr>
    </a:lvl1pPr>
    <a:lvl2pPr marL="457200" algn="l" defTabSz="457200" rtl="0" eaLnBrk="1" latinLnBrk="0" hangingPunct="1">
      <a:defRPr lang="fr-FR" sz="1800" kern="1200">
        <a:solidFill>
          <a:schemeClr val="tx1"/>
        </a:solidFill>
        <a:latin typeface="+mn-lt"/>
        <a:ea typeface="+mn-ea"/>
        <a:cs typeface="+mn-cs"/>
      </a:defRPr>
    </a:lvl2pPr>
    <a:lvl3pPr marL="914400" algn="l" defTabSz="457200" rtl="0" eaLnBrk="1" latinLnBrk="0" hangingPunct="1">
      <a:defRPr lang="fr-FR" sz="1800" kern="1200">
        <a:solidFill>
          <a:schemeClr val="tx1"/>
        </a:solidFill>
        <a:latin typeface="+mn-lt"/>
        <a:ea typeface="+mn-ea"/>
        <a:cs typeface="+mn-cs"/>
      </a:defRPr>
    </a:lvl3pPr>
    <a:lvl4pPr marL="1371600" algn="l" defTabSz="457200" rtl="0" eaLnBrk="1" latinLnBrk="0" hangingPunct="1">
      <a:defRPr lang="fr-FR" sz="1800" kern="1200">
        <a:solidFill>
          <a:schemeClr val="tx1"/>
        </a:solidFill>
        <a:latin typeface="+mn-lt"/>
        <a:ea typeface="+mn-ea"/>
        <a:cs typeface="+mn-cs"/>
      </a:defRPr>
    </a:lvl4pPr>
    <a:lvl5pPr marL="1828800" algn="l" defTabSz="457200" rtl="0" eaLnBrk="1" latinLnBrk="0" hangingPunct="1">
      <a:defRPr lang="fr-FR" sz="1800" kern="1200">
        <a:solidFill>
          <a:schemeClr val="tx1"/>
        </a:solidFill>
        <a:latin typeface="+mn-lt"/>
        <a:ea typeface="+mn-ea"/>
        <a:cs typeface="+mn-cs"/>
      </a:defRPr>
    </a:lvl5pPr>
    <a:lvl6pPr marL="2286000" algn="l" defTabSz="457200" rtl="0" eaLnBrk="1" latinLnBrk="0" hangingPunct="1">
      <a:defRPr lang="fr-FR" sz="1800" kern="1200">
        <a:solidFill>
          <a:schemeClr val="tx1"/>
        </a:solidFill>
        <a:latin typeface="+mn-lt"/>
        <a:ea typeface="+mn-ea"/>
        <a:cs typeface="+mn-cs"/>
      </a:defRPr>
    </a:lvl6pPr>
    <a:lvl7pPr marL="2743200" algn="l" defTabSz="457200" rtl="0" eaLnBrk="1" latinLnBrk="0" hangingPunct="1">
      <a:defRPr lang="fr-FR" sz="1800" kern="1200">
        <a:solidFill>
          <a:schemeClr val="tx1"/>
        </a:solidFill>
        <a:latin typeface="+mn-lt"/>
        <a:ea typeface="+mn-ea"/>
        <a:cs typeface="+mn-cs"/>
      </a:defRPr>
    </a:lvl7pPr>
    <a:lvl8pPr marL="3200400" algn="l" defTabSz="457200" rtl="0" eaLnBrk="1" latinLnBrk="0" hangingPunct="1">
      <a:defRPr lang="fr-FR" sz="1800" kern="1200">
        <a:solidFill>
          <a:schemeClr val="tx1"/>
        </a:solidFill>
        <a:latin typeface="+mn-lt"/>
        <a:ea typeface="+mn-ea"/>
        <a:cs typeface="+mn-cs"/>
      </a:defRPr>
    </a:lvl8pPr>
    <a:lvl9pPr marL="3657600" algn="l" defTabSz="457200" rtl="0" eaLnBrk="1" latinLnBrk="0" hangingPunct="1">
      <a:defRPr lang="fr-F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2616" userDrawn="1">
          <p15:clr>
            <a:srgbClr val="A4A3A4"/>
          </p15:clr>
        </p15:guide>
        <p15:guide id="4" orient="horz" pos="3264" userDrawn="1">
          <p15:clr>
            <a:srgbClr val="A4A3A4"/>
          </p15:clr>
        </p15:guide>
        <p15:guide id="5" pos="6912" userDrawn="1">
          <p15:clr>
            <a:srgbClr val="A4A3A4"/>
          </p15:clr>
        </p15:guide>
        <p15:guide id="6" orient="horz" userDrawn="1">
          <p15:clr>
            <a:srgbClr val="A4A3A4"/>
          </p15:clr>
        </p15:guide>
        <p15:guide id="7" orient="horz" pos="4008" userDrawn="1">
          <p15:clr>
            <a:srgbClr val="A4A3A4"/>
          </p15:clr>
        </p15:guide>
        <p15:guide id="9" orient="horz" pos="2352" userDrawn="1">
          <p15:clr>
            <a:srgbClr val="A4A3A4"/>
          </p15:clr>
        </p15:guide>
        <p15:guide id="12" pos="6696" userDrawn="1">
          <p15:clr>
            <a:srgbClr val="A4A3A4"/>
          </p15:clr>
        </p15:guide>
        <p15:guide id="15" pos="2136" userDrawn="1">
          <p15:clr>
            <a:srgbClr val="A4A3A4"/>
          </p15:clr>
        </p15:guide>
        <p15:guide id="16" pos="2760" userDrawn="1">
          <p15:clr>
            <a:srgbClr val="A4A3A4"/>
          </p15:clr>
        </p15:guide>
        <p15:guide id="17" pos="3288" userDrawn="1">
          <p15:clr>
            <a:srgbClr val="A4A3A4"/>
          </p15:clr>
        </p15:guide>
        <p15:guide id="18" pos="4032" userDrawn="1">
          <p15:clr>
            <a:srgbClr val="A4A3A4"/>
          </p15:clr>
        </p15:guide>
        <p15:guide id="19" pos="4392" userDrawn="1">
          <p15:clr>
            <a:srgbClr val="A4A3A4"/>
          </p15:clr>
        </p15:guide>
        <p15:guide id="20" pos="4944" userDrawn="1">
          <p15:clr>
            <a:srgbClr val="A4A3A4"/>
          </p15:clr>
        </p15:guide>
        <p15:guide id="21" pos="5544" userDrawn="1">
          <p15:clr>
            <a:srgbClr val="A4A3A4"/>
          </p15:clr>
        </p15:guide>
        <p15:guide id="22" pos="6072" userDrawn="1">
          <p15:clr>
            <a:srgbClr val="A4A3A4"/>
          </p15:clr>
        </p15:guide>
        <p15:guide id="23" orient="horz" pos="2448" userDrawn="1">
          <p15:clr>
            <a:srgbClr val="A4A3A4"/>
          </p15:clr>
        </p15:guide>
        <p15:guide id="25" pos="5256" userDrawn="1">
          <p15:clr>
            <a:srgbClr val="A4A3A4"/>
          </p15:clr>
        </p15:guide>
        <p15:guide id="26" pos="726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C8F"/>
    <a:srgbClr val="FDFBF6"/>
    <a:srgbClr val="AAC4E9"/>
    <a:srgbClr val="F5CDCE"/>
    <a:srgbClr val="DF8C8C"/>
    <a:srgbClr val="D4D593"/>
    <a:srgbClr val="E6F0FE"/>
    <a:srgbClr val="CDBE8A"/>
    <a:srgbClr val="FFEFEF"/>
    <a:srgbClr val="FCFBF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B4B98B0-60AC-42C2-AFA5-B58CD77FA1E5}">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16DA210-FB5B-4158-B5E0-FEB733F419BA}" styleName="Style clair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Style moyen 1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Style moyen 1 - Accentuation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Style moyen 4 - Accentuation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Style à thème 1 - Accentuation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388" autoAdjust="0"/>
  </p:normalViewPr>
  <p:slideViewPr>
    <p:cSldViewPr snapToGrid="0" snapToObjects="1">
      <p:cViewPr varScale="1">
        <p:scale>
          <a:sx n="82" d="100"/>
          <a:sy n="82" d="100"/>
        </p:scale>
        <p:origin x="720" y="72"/>
      </p:cViewPr>
      <p:guideLst>
        <p:guide orient="horz" pos="2616"/>
        <p:guide orient="horz" pos="3264"/>
        <p:guide pos="6912"/>
        <p:guide orient="horz"/>
        <p:guide orient="horz" pos="4008"/>
        <p:guide orient="horz" pos="2352"/>
        <p:guide pos="6696"/>
        <p:guide pos="2136"/>
        <p:guide pos="2760"/>
        <p:guide pos="3288"/>
        <p:guide pos="4032"/>
        <p:guide pos="4392"/>
        <p:guide pos="4944"/>
        <p:guide pos="5544"/>
        <p:guide pos="6072"/>
        <p:guide orient="horz" pos="2448"/>
        <p:guide pos="5256"/>
        <p:guide pos="7261"/>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napToObjects="1">
      <p:cViewPr varScale="1">
        <p:scale>
          <a:sx n="31" d="100"/>
          <a:sy n="31" d="100"/>
        </p:scale>
        <p:origin x="4392" y="15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22426ABF-A8C0-D94B-8DA4-89B3D95177FD}"/>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lang="fr-FR" sz="1200"/>
            </a:lvl1pPr>
          </a:lstStyle>
          <a:p>
            <a:pPr rtl="0"/>
            <a:endParaRPr lang="fr-FR" dirty="0"/>
          </a:p>
        </p:txBody>
      </p:sp>
      <p:sp>
        <p:nvSpPr>
          <p:cNvPr id="3" name="Espace réservé de la date 2">
            <a:extLst>
              <a:ext uri="{FF2B5EF4-FFF2-40B4-BE49-F238E27FC236}">
                <a16:creationId xmlns:a16="http://schemas.microsoft.com/office/drawing/2014/main" id="{F73E1C36-C21F-0B70-27E7-5B59DAE27561}"/>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lang="fr-FR" sz="1200"/>
            </a:lvl1pPr>
          </a:lstStyle>
          <a:p>
            <a:pPr rtl="0"/>
            <a:fld id="{A7C9947C-0B99-4CC9-AA3C-4A4AC8D4662C}" type="datetimeyyyy">
              <a:rPr lang="fr-FR" smtClean="0"/>
              <a:t>2026</a:t>
            </a:fld>
            <a:endParaRPr lang="fr-FR" dirty="0"/>
          </a:p>
        </p:txBody>
      </p:sp>
      <p:sp>
        <p:nvSpPr>
          <p:cNvPr id="4" name="Espace réservé du pied de page 3">
            <a:extLst>
              <a:ext uri="{FF2B5EF4-FFF2-40B4-BE49-F238E27FC236}">
                <a16:creationId xmlns:a16="http://schemas.microsoft.com/office/drawing/2014/main" id="{E5942066-244B-8673-5E9A-26E4265AD0B2}"/>
              </a:ext>
            </a:extLst>
          </p:cNvPr>
          <p:cNvSpPr>
            <a:spLocks noGrp="1"/>
          </p:cNvSpPr>
          <p:nvPr>
            <p:ph type="ftr" sz="quarter" idx="2"/>
          </p:nvPr>
        </p:nvSpPr>
        <p:spPr>
          <a:xfrm>
            <a:off x="0" y="23161625"/>
            <a:ext cx="5943600" cy="1222375"/>
          </a:xfrm>
          <a:prstGeom prst="rect">
            <a:avLst/>
          </a:prstGeom>
        </p:spPr>
        <p:txBody>
          <a:bodyPr vert="horz" lIns="91440" tIns="45720" rIns="91440" bIns="45720" rtlCol="0" anchor="b"/>
          <a:lstStyle>
            <a:lvl1pPr algn="l">
              <a:defRPr lang="fr-FR" sz="1200"/>
            </a:lvl1pPr>
          </a:lstStyle>
          <a:p>
            <a:pPr rtl="0"/>
            <a:endParaRPr lang="fr-FR" dirty="0"/>
          </a:p>
        </p:txBody>
      </p:sp>
      <p:sp>
        <p:nvSpPr>
          <p:cNvPr id="5" name="Espace réservé du numéro de diapositive 4">
            <a:extLst>
              <a:ext uri="{FF2B5EF4-FFF2-40B4-BE49-F238E27FC236}">
                <a16:creationId xmlns:a16="http://schemas.microsoft.com/office/drawing/2014/main" id="{2530EE97-1F54-6631-A4BB-FD938296488E}"/>
              </a:ext>
            </a:extLst>
          </p:cNvPr>
          <p:cNvSpPr>
            <a:spLocks noGrp="1"/>
          </p:cNvSpPr>
          <p:nvPr>
            <p:ph type="sldNum" sz="quarter" idx="3"/>
          </p:nvPr>
        </p:nvSpPr>
        <p:spPr>
          <a:xfrm>
            <a:off x="7769225" y="23161625"/>
            <a:ext cx="5943600" cy="1222375"/>
          </a:xfrm>
          <a:prstGeom prst="rect">
            <a:avLst/>
          </a:prstGeom>
        </p:spPr>
        <p:txBody>
          <a:bodyPr vert="horz" lIns="91440" tIns="45720" rIns="91440" bIns="45720" rtlCol="0" anchor="b"/>
          <a:lstStyle>
            <a:lvl1pPr algn="r">
              <a:defRPr lang="fr-FR" sz="1200"/>
            </a:lvl1pPr>
          </a:lstStyle>
          <a:p>
            <a:pPr rtl="0"/>
            <a:fld id="{420BD0AB-C59E-4A46-83D3-F07787446BA0}" type="slidenum">
              <a:rPr lang="fr-FR" smtClean="0"/>
              <a:t>‹N°›</a:t>
            </a:fld>
            <a:endParaRPr lang="fr-FR" dirty="0"/>
          </a:p>
        </p:txBody>
      </p:sp>
    </p:spTree>
    <p:extLst>
      <p:ext uri="{BB962C8B-B14F-4D97-AF65-F5344CB8AC3E}">
        <p14:creationId xmlns:p14="http://schemas.microsoft.com/office/powerpoint/2010/main" val="413378359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0866786"/>
      </p:ext>
    </p:extLst>
  </p:cSld>
  <p:clrMap bg1="lt1" tx1="dk1" bg2="lt2" tx2="dk2" accent1="accent1" accent2="accent2" accent3="accent3" accent4="accent4" accent5="accent5" accent6="accent6" hlink="hlink" folHlink="folHlink"/>
  <p:hf hdr="0" ftr="0"/>
  <p:notesStyle>
    <a:lvl1pPr marL="0" algn="l" defTabSz="457200" rtl="0" eaLnBrk="1" latinLnBrk="0" hangingPunct="1">
      <a:defRPr lang="fr-FR" sz="600" kern="1200">
        <a:solidFill>
          <a:schemeClr val="tx1"/>
        </a:solidFill>
        <a:latin typeface="+mn-lt"/>
        <a:ea typeface="+mn-ea"/>
        <a:cs typeface="+mn-cs"/>
      </a:defRPr>
    </a:lvl1pPr>
    <a:lvl2pPr marL="228600" algn="l" defTabSz="457200" rtl="0" eaLnBrk="1" latinLnBrk="0" hangingPunct="1">
      <a:defRPr lang="fr-FR" sz="600" kern="1200">
        <a:solidFill>
          <a:schemeClr val="tx1"/>
        </a:solidFill>
        <a:latin typeface="+mn-lt"/>
        <a:ea typeface="+mn-ea"/>
        <a:cs typeface="+mn-cs"/>
      </a:defRPr>
    </a:lvl2pPr>
    <a:lvl3pPr marL="457200" algn="l" defTabSz="457200" rtl="0" eaLnBrk="1" latinLnBrk="0" hangingPunct="1">
      <a:defRPr lang="fr-FR" sz="600" kern="1200">
        <a:solidFill>
          <a:schemeClr val="tx1"/>
        </a:solidFill>
        <a:latin typeface="+mn-lt"/>
        <a:ea typeface="+mn-ea"/>
        <a:cs typeface="+mn-cs"/>
      </a:defRPr>
    </a:lvl3pPr>
    <a:lvl4pPr marL="685800" algn="l" defTabSz="457200" rtl="0" eaLnBrk="1" latinLnBrk="0" hangingPunct="1">
      <a:defRPr lang="fr-FR" sz="600" kern="1200">
        <a:solidFill>
          <a:schemeClr val="tx1"/>
        </a:solidFill>
        <a:latin typeface="+mn-lt"/>
        <a:ea typeface="+mn-ea"/>
        <a:cs typeface="+mn-cs"/>
      </a:defRPr>
    </a:lvl4pPr>
    <a:lvl5pPr marL="914400" algn="l" defTabSz="457200" rtl="0" eaLnBrk="1" latinLnBrk="0" hangingPunct="1">
      <a:defRPr lang="fr-FR" sz="600" kern="1200">
        <a:solidFill>
          <a:schemeClr val="tx1"/>
        </a:solidFill>
        <a:latin typeface="+mn-lt"/>
        <a:ea typeface="+mn-ea"/>
        <a:cs typeface="+mn-cs"/>
      </a:defRPr>
    </a:lvl5pPr>
    <a:lvl6pPr marL="1143000" algn="l" defTabSz="457200" rtl="0" eaLnBrk="1" latinLnBrk="0" hangingPunct="1">
      <a:defRPr lang="fr-FR" sz="600" kern="1200">
        <a:solidFill>
          <a:schemeClr val="tx1"/>
        </a:solidFill>
        <a:latin typeface="+mn-lt"/>
        <a:ea typeface="+mn-ea"/>
        <a:cs typeface="+mn-cs"/>
      </a:defRPr>
    </a:lvl6pPr>
    <a:lvl7pPr marL="1371600" algn="l" defTabSz="457200" rtl="0" eaLnBrk="1" latinLnBrk="0" hangingPunct="1">
      <a:defRPr lang="fr-FR" sz="600" kern="1200">
        <a:solidFill>
          <a:schemeClr val="tx1"/>
        </a:solidFill>
        <a:latin typeface="+mn-lt"/>
        <a:ea typeface="+mn-ea"/>
        <a:cs typeface="+mn-cs"/>
      </a:defRPr>
    </a:lvl7pPr>
    <a:lvl8pPr marL="1600200" algn="l" defTabSz="457200" rtl="0" eaLnBrk="1" latinLnBrk="0" hangingPunct="1">
      <a:defRPr lang="fr-FR" sz="600" kern="1200">
        <a:solidFill>
          <a:schemeClr val="tx1"/>
        </a:solidFill>
        <a:latin typeface="+mn-lt"/>
        <a:ea typeface="+mn-ea"/>
        <a:cs typeface="+mn-cs"/>
      </a:defRPr>
    </a:lvl8pPr>
    <a:lvl9pPr marL="1828800" algn="l" defTabSz="457200" rtl="0" eaLnBrk="1" latinLnBrk="0" hangingPunct="1">
      <a:defRPr lang="fr-F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5877361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32949312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3068653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101939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876670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1649742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1779146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9845417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41101387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57200" y="3048000"/>
            <a:ext cx="14630400" cy="8229600"/>
          </a:xfrm>
          <a:prstGeom prst="rect">
            <a:avLst/>
          </a:prstGeom>
          <a:noFill/>
          <a:ln w="12700">
            <a:solidFill>
              <a:prstClr val="black"/>
            </a:solidFill>
          </a:ln>
        </p:spPr>
        <p:txBody>
          <a:bodyPr/>
          <a:lstStyle/>
          <a:p>
            <a:endParaRPr lang="fr-CM"/>
          </a:p>
        </p:txBody>
      </p:sp>
      <p:sp>
        <p:nvSpPr>
          <p:cNvPr id="3" name="Espace réservé des commentaires 2"/>
          <p:cNvSpPr>
            <a:spLocks noGrp="1"/>
          </p:cNvSpPr>
          <p:nvPr>
            <p:ph type="body" idx="1"/>
          </p:nvPr>
        </p:nvSpPr>
        <p:spPr>
          <a:xfrm>
            <a:off x="1371600" y="11734800"/>
            <a:ext cx="10972800" cy="9601200"/>
          </a:xfrm>
          <a:prstGeom prst="rect">
            <a:avLst/>
          </a:prstGeom>
        </p:spPr>
        <p:txBody>
          <a:bodyPr rtlCol="0"/>
          <a:lstStyle>
            <a:defPPr>
              <a:defRPr lang="fr-FR"/>
            </a:defPPr>
          </a:lstStyle>
          <a:p>
            <a:pPr rtl="0"/>
            <a:endParaRPr lang="fr-FR" dirty="0"/>
          </a:p>
        </p:txBody>
      </p:sp>
    </p:spTree>
    <p:extLst>
      <p:ext uri="{BB962C8B-B14F-4D97-AF65-F5344CB8AC3E}">
        <p14:creationId xmlns:p14="http://schemas.microsoft.com/office/powerpoint/2010/main" val="9313074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5" Type="http://schemas.openxmlformats.org/officeDocument/2006/relationships/image" Target="../media/image10.sv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chemeClr val="accent1"/>
        </a:solidFill>
        <a:effectLst/>
      </p:bgPr>
    </p:bg>
    <p:spTree>
      <p:nvGrpSpPr>
        <p:cNvPr id="1" name=""/>
        <p:cNvGrpSpPr/>
        <p:nvPr/>
      </p:nvGrpSpPr>
      <p:grpSpPr>
        <a:xfrm>
          <a:off x="0" y="0"/>
          <a:ext cx="0" cy="0"/>
          <a:chOff x="0" y="0"/>
          <a:chExt cx="0" cy="0"/>
        </a:xfrm>
      </p:grpSpPr>
      <p:sp>
        <p:nvSpPr>
          <p:cNvPr id="15" name="Image 0">
            <a:extLst>
              <a:ext uri="{FF2B5EF4-FFF2-40B4-BE49-F238E27FC236}">
                <a16:creationId xmlns:a16="http://schemas.microsoft.com/office/drawing/2014/main" id="{BA5D5A72-CB6F-F8DE-E2C9-90459C8C3DC1}"/>
              </a:ext>
              <a:ext uri="{C183D7F6-B498-43B3-948B-1728B52AA6E4}">
                <adec:decorative xmlns:adec="http://schemas.microsoft.com/office/drawing/2017/decorative" val="1"/>
              </a:ext>
            </a:extLst>
          </p:cNvPr>
          <p:cNvSpPr/>
          <p:nvPr/>
        </p:nvSpPr>
        <p:spPr>
          <a:xfrm>
            <a:off x="0" y="0"/>
            <a:ext cx="5295900" cy="6877050"/>
          </a:xfrm>
          <a:custGeom>
            <a:avLst/>
            <a:gdLst>
              <a:gd name="connsiteX0" fmla="*/ 0 w 5295900"/>
              <a:gd name="connsiteY0" fmla="*/ 0 h 6877050"/>
              <a:gd name="connsiteX1" fmla="*/ 5295900 w 5295900"/>
              <a:gd name="connsiteY1" fmla="*/ 0 h 6877050"/>
              <a:gd name="connsiteX2" fmla="*/ 5295900 w 5295900"/>
              <a:gd name="connsiteY2" fmla="*/ 6877050 h 6877050"/>
              <a:gd name="connsiteX3" fmla="*/ 0 w 5295900"/>
              <a:gd name="connsiteY3" fmla="*/ 6877050 h 6877050"/>
            </a:gdLst>
            <a:ahLst/>
            <a:cxnLst>
              <a:cxn ang="0">
                <a:pos x="connsiteX0" y="connsiteY0"/>
              </a:cxn>
              <a:cxn ang="0">
                <a:pos x="connsiteX1" y="connsiteY1"/>
              </a:cxn>
              <a:cxn ang="0">
                <a:pos x="connsiteX2" y="connsiteY2"/>
              </a:cxn>
              <a:cxn ang="0">
                <a:pos x="connsiteX3" y="connsiteY3"/>
              </a:cxn>
            </a:cxnLst>
            <a:rect l="l" t="t" r="r" b="b"/>
            <a:pathLst>
              <a:path w="5295900" h="6877050">
                <a:moveTo>
                  <a:pt x="0" y="0"/>
                </a:moveTo>
                <a:lnTo>
                  <a:pt x="5295900" y="0"/>
                </a:lnTo>
                <a:lnTo>
                  <a:pt x="5295900" y="6877050"/>
                </a:lnTo>
                <a:lnTo>
                  <a:pt x="0" y="6877050"/>
                </a:lnTo>
                <a:close/>
              </a:path>
            </a:pathLst>
          </a:custGeom>
          <a:solidFill>
            <a:schemeClr val="accent3"/>
          </a:solidFill>
          <a:ln w="4763" cap="flat">
            <a:noFill/>
            <a:prstDash val="solid"/>
            <a:miter/>
          </a:ln>
        </p:spPr>
        <p:txBody>
          <a:bodyPr rtlCol="0" anchor="ctr">
            <a:noAutofit/>
          </a:bodyPr>
          <a:lstStyle>
            <a:defPPr>
              <a:defRPr lang="fr-FR"/>
            </a:defPPr>
          </a:lstStyle>
          <a:p>
            <a:pPr rtl="0"/>
            <a:endParaRPr lang="fr-FR" dirty="0"/>
          </a:p>
        </p:txBody>
      </p:sp>
      <p:sp>
        <p:nvSpPr>
          <p:cNvPr id="20" name="Freeform: Forme 19">
            <a:extLst>
              <a:ext uri="{FF2B5EF4-FFF2-40B4-BE49-F238E27FC236}">
                <a16:creationId xmlns:a16="http://schemas.microsoft.com/office/drawing/2014/main" id="{E66FD7FF-2869-7902-36B2-2B229AB9AB19}"/>
              </a:ext>
              <a:ext uri="{C183D7F6-B498-43B3-948B-1728B52AA6E4}">
                <adec:decorative xmlns:adec="http://schemas.microsoft.com/office/drawing/2017/decorative" val="1"/>
              </a:ext>
            </a:extLst>
          </p:cNvPr>
          <p:cNvSpPr/>
          <p:nvPr userDrawn="1"/>
        </p:nvSpPr>
        <p:spPr>
          <a:xfrm>
            <a:off x="1500188" y="1173106"/>
            <a:ext cx="9191625" cy="5704772"/>
          </a:xfrm>
          <a:custGeom>
            <a:avLst/>
            <a:gdLst>
              <a:gd name="connsiteX0" fmla="*/ 4595813 w 9191625"/>
              <a:gd name="connsiteY0" fmla="*/ 0 h 5704772"/>
              <a:gd name="connsiteX1" fmla="*/ 9191625 w 9191625"/>
              <a:gd name="connsiteY1" fmla="*/ 4592108 h 5704772"/>
              <a:gd name="connsiteX2" fmla="*/ 9191625 w 9191625"/>
              <a:gd name="connsiteY2" fmla="*/ 5704772 h 5704772"/>
              <a:gd name="connsiteX3" fmla="*/ 0 w 9191625"/>
              <a:gd name="connsiteY3" fmla="*/ 5704772 h 5704772"/>
              <a:gd name="connsiteX4" fmla="*/ 0 w 9191625"/>
              <a:gd name="connsiteY4" fmla="*/ 4592108 h 5704772"/>
              <a:gd name="connsiteX5" fmla="*/ 4595813 w 9191625"/>
              <a:gd name="connsiteY5" fmla="*/ 0 h 570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191625" h="5704772">
                <a:moveTo>
                  <a:pt x="4595813" y="0"/>
                </a:moveTo>
                <a:cubicBezTo>
                  <a:pt x="7133987" y="0"/>
                  <a:pt x="9191625" y="2055957"/>
                  <a:pt x="9191625" y="4592108"/>
                </a:cubicBezTo>
                <a:lnTo>
                  <a:pt x="9191625" y="5704772"/>
                </a:lnTo>
                <a:lnTo>
                  <a:pt x="0" y="5704772"/>
                </a:lnTo>
                <a:lnTo>
                  <a:pt x="0" y="4592108"/>
                </a:lnTo>
                <a:cubicBezTo>
                  <a:pt x="0" y="2055957"/>
                  <a:pt x="2057614" y="0"/>
                  <a:pt x="4595813" y="0"/>
                </a:cubicBezTo>
                <a:close/>
              </a:path>
            </a:pathLst>
          </a:custGeom>
          <a:solidFill>
            <a:schemeClr val="accent6"/>
          </a:soli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18" name="Freeform: Forme 17">
            <a:extLst>
              <a:ext uri="{FF2B5EF4-FFF2-40B4-BE49-F238E27FC236}">
                <a16:creationId xmlns:a16="http://schemas.microsoft.com/office/drawing/2014/main" id="{B1457C88-4472-81CF-02AF-4421E0A3084B}"/>
              </a:ext>
              <a:ext uri="{C183D7F6-B498-43B3-948B-1728B52AA6E4}">
                <adec:decorative xmlns:adec="http://schemas.microsoft.com/office/drawing/2017/decorative" val="1"/>
              </a:ext>
            </a:extLst>
          </p:cNvPr>
          <p:cNvSpPr/>
          <p:nvPr userDrawn="1"/>
        </p:nvSpPr>
        <p:spPr>
          <a:xfrm>
            <a:off x="2694429" y="0"/>
            <a:ext cx="6803142" cy="5396474"/>
          </a:xfrm>
          <a:custGeom>
            <a:avLst/>
            <a:gdLst>
              <a:gd name="connsiteX0" fmla="*/ 0 w 6803142"/>
              <a:gd name="connsiteY0" fmla="*/ 0 h 5396474"/>
              <a:gd name="connsiteX1" fmla="*/ 6803142 w 6803142"/>
              <a:gd name="connsiteY1" fmla="*/ 0 h 5396474"/>
              <a:gd name="connsiteX2" fmla="*/ 6803142 w 6803142"/>
              <a:gd name="connsiteY2" fmla="*/ 1997094 h 5396474"/>
              <a:gd name="connsiteX3" fmla="*/ 3401576 w 6803142"/>
              <a:gd name="connsiteY3" fmla="*/ 5396474 h 5396474"/>
              <a:gd name="connsiteX4" fmla="*/ 0 w 6803142"/>
              <a:gd name="connsiteY4" fmla="*/ 1997094 h 5396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03142" h="5396474">
                <a:moveTo>
                  <a:pt x="0" y="0"/>
                </a:moveTo>
                <a:lnTo>
                  <a:pt x="6803142" y="0"/>
                </a:lnTo>
                <a:lnTo>
                  <a:pt x="6803142" y="1997094"/>
                </a:lnTo>
                <a:cubicBezTo>
                  <a:pt x="6803142" y="3874511"/>
                  <a:pt x="5280228" y="5396474"/>
                  <a:pt x="3401576" y="5396474"/>
                </a:cubicBezTo>
                <a:cubicBezTo>
                  <a:pt x="1522938" y="5396474"/>
                  <a:pt x="0" y="3874511"/>
                  <a:pt x="0" y="1997094"/>
                </a:cubicBezTo>
                <a:close/>
              </a:path>
            </a:pathLst>
          </a:custGeom>
          <a:solidFill>
            <a:schemeClr val="bg1">
              <a:alpha val="99000"/>
            </a:schemeClr>
          </a:solidFill>
          <a:ln w="47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2" name="Titre 1"/>
          <p:cNvSpPr>
            <a:spLocks noGrp="1"/>
          </p:cNvSpPr>
          <p:nvPr>
            <p:ph type="ctrTitle" hasCustomPrompt="1"/>
          </p:nvPr>
        </p:nvSpPr>
        <p:spPr>
          <a:xfrm>
            <a:off x="2899790" y="810227"/>
            <a:ext cx="6392421" cy="3831221"/>
          </a:xfrm>
        </p:spPr>
        <p:txBody>
          <a:bodyPr tIns="0" bIns="0" rtlCol="0" anchor="ctr" anchorCtr="0">
            <a:noAutofit/>
          </a:bodyPr>
          <a:lstStyle>
            <a:lvl1pPr algn="ctr">
              <a:lnSpc>
                <a:spcPct val="100000"/>
              </a:lnSpc>
              <a:defRPr lang="fr-FR" sz="3600"/>
            </a:lvl1pPr>
          </a:lstStyle>
          <a:p>
            <a:pPr rtl="0"/>
            <a:r>
              <a:rPr lang="fr-FR"/>
              <a:t>Cliquez pour ajouter un titre</a:t>
            </a:r>
          </a:p>
        </p:txBody>
      </p:sp>
    </p:spTree>
    <p:extLst>
      <p:ext uri="{BB962C8B-B14F-4D97-AF65-F5344CB8AC3E}">
        <p14:creationId xmlns:p14="http://schemas.microsoft.com/office/powerpoint/2010/main" val="26317998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grpSp>
        <p:nvGrpSpPr>
          <p:cNvPr id="6" name="Groupe 5">
            <a:extLst>
              <a:ext uri="{FF2B5EF4-FFF2-40B4-BE49-F238E27FC236}">
                <a16:creationId xmlns:a16="http://schemas.microsoft.com/office/drawing/2014/main" id="{75923D9E-9381-3D11-B31A-1BF5C97F35B0}"/>
              </a:ext>
              <a:ext uri="{C183D7F6-B498-43B3-948B-1728B52AA6E4}">
                <adec:decorative xmlns:adec="http://schemas.microsoft.com/office/drawing/2017/decorative" val="1"/>
              </a:ext>
            </a:extLst>
          </p:cNvPr>
          <p:cNvGrpSpPr/>
          <p:nvPr userDrawn="1"/>
        </p:nvGrpSpPr>
        <p:grpSpPr>
          <a:xfrm>
            <a:off x="6452303" y="3405019"/>
            <a:ext cx="5739697" cy="3467971"/>
            <a:chOff x="5009037" y="2525712"/>
            <a:chExt cx="7170193" cy="4332288"/>
          </a:xfrm>
        </p:grpSpPr>
        <p:sp>
          <p:nvSpPr>
            <p:cNvPr id="7" name="Forme libre 7">
              <a:extLst>
                <a:ext uri="{FF2B5EF4-FFF2-40B4-BE49-F238E27FC236}">
                  <a16:creationId xmlns:a16="http://schemas.microsoft.com/office/drawing/2014/main" id="{89E777D0-3240-08CE-6B6C-B33B910B8490}"/>
                </a:ext>
              </a:extLst>
            </p:cNvPr>
            <p:cNvSpPr>
              <a:spLocks/>
            </p:cNvSpPr>
            <p:nvPr/>
          </p:nvSpPr>
          <p:spPr bwMode="auto">
            <a:xfrm>
              <a:off x="5009037" y="25257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sp>
          <p:nvSpPr>
            <p:cNvPr id="8" name="Forme libre 6">
              <a:extLst>
                <a:ext uri="{FF2B5EF4-FFF2-40B4-BE49-F238E27FC236}">
                  <a16:creationId xmlns:a16="http://schemas.microsoft.com/office/drawing/2014/main" id="{EFEA81A2-6893-518C-6AF3-37C987789C86}"/>
                </a:ext>
              </a:extLst>
            </p:cNvPr>
            <p:cNvSpPr>
              <a:spLocks/>
            </p:cNvSpPr>
            <p:nvPr/>
          </p:nvSpPr>
          <p:spPr bwMode="auto">
            <a:xfrm>
              <a:off x="8589536" y="2525712"/>
              <a:ext cx="3589694"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2"/>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grpSp>
      <p:grpSp>
        <p:nvGrpSpPr>
          <p:cNvPr id="9" name="Groupe 8">
            <a:extLst>
              <a:ext uri="{FF2B5EF4-FFF2-40B4-BE49-F238E27FC236}">
                <a16:creationId xmlns:a16="http://schemas.microsoft.com/office/drawing/2014/main" id="{0F297964-0B81-31DC-6D6D-1414832238B1}"/>
              </a:ext>
              <a:ext uri="{C183D7F6-B498-43B3-948B-1728B52AA6E4}">
                <adec:decorative xmlns:adec="http://schemas.microsoft.com/office/drawing/2017/decorative" val="1"/>
              </a:ext>
            </a:extLst>
          </p:cNvPr>
          <p:cNvGrpSpPr/>
          <p:nvPr userDrawn="1"/>
        </p:nvGrpSpPr>
        <p:grpSpPr>
          <a:xfrm flipH="1" flipV="1">
            <a:off x="6465610" y="0"/>
            <a:ext cx="5739697" cy="3467971"/>
            <a:chOff x="5183405" y="2678112"/>
            <a:chExt cx="7170193" cy="4332288"/>
          </a:xfrm>
        </p:grpSpPr>
        <p:sp>
          <p:nvSpPr>
            <p:cNvPr id="10" name="Forme libre 7">
              <a:extLst>
                <a:ext uri="{FF2B5EF4-FFF2-40B4-BE49-F238E27FC236}">
                  <a16:creationId xmlns:a16="http://schemas.microsoft.com/office/drawing/2014/main" id="{CE4FDB43-7466-4B74-330E-836DA9504C90}"/>
                </a:ext>
              </a:extLst>
            </p:cNvPr>
            <p:cNvSpPr>
              <a:spLocks/>
            </p:cNvSpPr>
            <p:nvPr/>
          </p:nvSpPr>
          <p:spPr bwMode="auto">
            <a:xfrm>
              <a:off x="5183405" y="26781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4"/>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sp>
          <p:nvSpPr>
            <p:cNvPr id="11" name="Forme libre 6">
              <a:extLst>
                <a:ext uri="{FF2B5EF4-FFF2-40B4-BE49-F238E27FC236}">
                  <a16:creationId xmlns:a16="http://schemas.microsoft.com/office/drawing/2014/main" id="{2EA39DB9-F1B4-F4E9-CF4D-717B0CD747DA}"/>
                </a:ext>
              </a:extLst>
            </p:cNvPr>
            <p:cNvSpPr>
              <a:spLocks/>
            </p:cNvSpPr>
            <p:nvPr/>
          </p:nvSpPr>
          <p:spPr bwMode="auto">
            <a:xfrm>
              <a:off x="8763903" y="2678112"/>
              <a:ext cx="3589695"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5"/>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grpSp>
      <p:sp>
        <p:nvSpPr>
          <p:cNvPr id="14" name="Image 2">
            <a:extLst>
              <a:ext uri="{FF2B5EF4-FFF2-40B4-BE49-F238E27FC236}">
                <a16:creationId xmlns:a16="http://schemas.microsoft.com/office/drawing/2014/main" id="{EFFAEAD9-58A9-096B-C6D0-58F7AD08EB20}"/>
              </a:ext>
              <a:ext uri="{C183D7F6-B498-43B3-948B-1728B52AA6E4}">
                <adec:decorative xmlns:adec="http://schemas.microsoft.com/office/drawing/2017/decorative" val="1"/>
              </a:ext>
            </a:extLst>
          </p:cNvPr>
          <p:cNvSpPr/>
          <p:nvPr/>
        </p:nvSpPr>
        <p:spPr>
          <a:xfrm>
            <a:off x="7642518" y="4577658"/>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noAutofit/>
          </a:bodyPr>
          <a:lstStyle>
            <a:defPPr>
              <a:defRPr lang="fr-FR"/>
            </a:defPPr>
          </a:lstStyle>
          <a:p>
            <a:pPr rtl="0"/>
            <a:endParaRPr lang="fr-FR" dirty="0"/>
          </a:p>
        </p:txBody>
      </p:sp>
      <p:sp>
        <p:nvSpPr>
          <p:cNvPr id="2" name="Titre 1">
            <a:extLst>
              <a:ext uri="{FF2B5EF4-FFF2-40B4-BE49-F238E27FC236}">
                <a16:creationId xmlns:a16="http://schemas.microsoft.com/office/drawing/2014/main" id="{9A1CFBBA-B680-A6A7-3C4B-5FEAC4253283}"/>
              </a:ext>
            </a:extLst>
          </p:cNvPr>
          <p:cNvSpPr>
            <a:spLocks noGrp="1"/>
          </p:cNvSpPr>
          <p:nvPr>
            <p:ph type="title" hasCustomPrompt="1"/>
          </p:nvPr>
        </p:nvSpPr>
        <p:spPr>
          <a:xfrm>
            <a:off x="914400" y="1057274"/>
            <a:ext cx="6583680" cy="1531357"/>
          </a:xfrm>
        </p:spPr>
        <p:txBody>
          <a:bodyPr tIns="0" bIns="0" rtlCol="0">
            <a:noAutofit/>
          </a:bodyPr>
          <a:lstStyle>
            <a:lvl1pPr algn="l">
              <a:lnSpc>
                <a:spcPct val="100000"/>
              </a:lnSpc>
              <a:defRPr lang="fr-FR" sz="3600"/>
            </a:lvl1pPr>
          </a:lstStyle>
          <a:p>
            <a:pPr rtl="0"/>
            <a:r>
              <a:rPr lang="fr-FR"/>
              <a:t>Cliquez pour ajouter un titre</a:t>
            </a:r>
          </a:p>
        </p:txBody>
      </p:sp>
      <p:sp>
        <p:nvSpPr>
          <p:cNvPr id="13" name="Espace réservé du contenu 2">
            <a:extLst>
              <a:ext uri="{FF2B5EF4-FFF2-40B4-BE49-F238E27FC236}">
                <a16:creationId xmlns:a16="http://schemas.microsoft.com/office/drawing/2014/main" id="{72386C43-DD10-E892-08AD-D6F4AE9617DD}"/>
              </a:ext>
            </a:extLst>
          </p:cNvPr>
          <p:cNvSpPr>
            <a:spLocks noGrp="1"/>
          </p:cNvSpPr>
          <p:nvPr>
            <p:ph idx="1" hasCustomPrompt="1"/>
          </p:nvPr>
        </p:nvSpPr>
        <p:spPr>
          <a:xfrm>
            <a:off x="914400" y="2834640"/>
            <a:ext cx="6583680" cy="3207344"/>
          </a:xfrm>
        </p:spPr>
        <p:txBody>
          <a:bodyPr lIns="91440" tIns="0" rIns="91440" bIns="0" rtlCol="0">
            <a:normAutofit/>
          </a:bodyPr>
          <a:lstStyle>
            <a:lvl1pPr marL="0" indent="0">
              <a:lnSpc>
                <a:spcPct val="150000"/>
              </a:lnSpc>
              <a:spcBef>
                <a:spcPts val="0"/>
              </a:spcBef>
              <a:buNone/>
              <a:defRPr lang="fr-FR" sz="2400"/>
            </a:lvl1pPr>
            <a:lvl2pPr marL="347472">
              <a:lnSpc>
                <a:spcPct val="150000"/>
              </a:lnSpc>
              <a:spcBef>
                <a:spcPts val="0"/>
              </a:spcBef>
              <a:defRPr lang="fr-FR" sz="2000"/>
            </a:lvl2pPr>
            <a:lvl3pPr marL="685800">
              <a:lnSpc>
                <a:spcPct val="150000"/>
              </a:lnSpc>
              <a:spcBef>
                <a:spcPts val="0"/>
              </a:spcBef>
              <a:defRPr lang="fr-FR" sz="1800"/>
            </a:lvl3pPr>
          </a:lstStyle>
          <a:p>
            <a:pPr lvl="0" rtl="0"/>
            <a:r>
              <a:rPr lang="fr-FR"/>
              <a:t>Cliquer pour ajouter du texte</a:t>
            </a:r>
          </a:p>
          <a:p>
            <a:pPr lvl="1" rtl="0"/>
            <a:r>
              <a:rPr lang="fr-FR"/>
              <a:t>Deuxième niveau</a:t>
            </a:r>
          </a:p>
          <a:p>
            <a:pPr lvl="2" rtl="0"/>
            <a:r>
              <a:rPr lang="fr-FR"/>
              <a:t>Troisième niveau</a:t>
            </a:r>
          </a:p>
        </p:txBody>
      </p:sp>
      <p:sp>
        <p:nvSpPr>
          <p:cNvPr id="3" name="Espace réservé du numéro de diapositive 2">
            <a:extLst>
              <a:ext uri="{FF2B5EF4-FFF2-40B4-BE49-F238E27FC236}">
                <a16:creationId xmlns:a16="http://schemas.microsoft.com/office/drawing/2014/main" id="{71114D1E-7749-DD58-8782-318E4F679DE0}"/>
              </a:ext>
            </a:extLst>
          </p:cNvPr>
          <p:cNvSpPr>
            <a:spLocks noGrp="1"/>
          </p:cNvSpPr>
          <p:nvPr>
            <p:ph type="sldNum" sz="quarter" idx="10"/>
          </p:nvPr>
        </p:nvSpPr>
        <p:spPr>
          <a:xfrm>
            <a:off x="10358437" y="457199"/>
            <a:ext cx="1067589"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2333964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37D12D-0FCA-3396-988D-452D3D526E3D}"/>
              </a:ext>
              <a:ext uri="{C183D7F6-B498-43B3-948B-1728B52AA6E4}">
                <adec:decorative xmlns:adec="http://schemas.microsoft.com/office/drawing/2017/decorative" val="1"/>
              </a:ext>
            </a:extLst>
          </p:cNvPr>
          <p:cNvSpPr/>
          <p:nvPr userDrawn="1"/>
        </p:nvSpPr>
        <p:spPr>
          <a:xfrm>
            <a:off x="-24064" y="3390900"/>
            <a:ext cx="12216063" cy="34671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fr-FR"/>
            </a:defPPr>
          </a:lstStyle>
          <a:p>
            <a:pPr algn="ctr" rtl="0"/>
            <a:endParaRPr lang="fr-FR" sz="450" dirty="0"/>
          </a:p>
        </p:txBody>
      </p:sp>
      <p:sp>
        <p:nvSpPr>
          <p:cNvPr id="6" name="Rectangle 5">
            <a:extLst>
              <a:ext uri="{FF2B5EF4-FFF2-40B4-BE49-F238E27FC236}">
                <a16:creationId xmlns:a16="http://schemas.microsoft.com/office/drawing/2014/main" id="{11710CE8-8A83-C0D3-623E-AFCC6C6A2930}"/>
              </a:ext>
              <a:ext uri="{C183D7F6-B498-43B3-948B-1728B52AA6E4}">
                <adec:decorative xmlns:adec="http://schemas.microsoft.com/office/drawing/2017/decorative" val="1"/>
              </a:ext>
            </a:extLst>
          </p:cNvPr>
          <p:cNvSpPr/>
          <p:nvPr userDrawn="1"/>
        </p:nvSpPr>
        <p:spPr>
          <a:xfrm>
            <a:off x="443346" y="332509"/>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stStyle>
          <a:p>
            <a:pPr algn="ctr" rtl="0"/>
            <a:endParaRPr lang="fr-FR" sz="1600" dirty="0"/>
          </a:p>
        </p:txBody>
      </p:sp>
      <p:grpSp>
        <p:nvGrpSpPr>
          <p:cNvPr id="18" name="Groupe 17">
            <a:extLst>
              <a:ext uri="{FF2B5EF4-FFF2-40B4-BE49-F238E27FC236}">
                <a16:creationId xmlns:a16="http://schemas.microsoft.com/office/drawing/2014/main" id="{7AA66C80-37C3-6D28-7564-733A30B2CD8D}"/>
              </a:ext>
              <a:ext uri="{C183D7F6-B498-43B3-948B-1728B52AA6E4}">
                <adec:decorative xmlns:adec="http://schemas.microsoft.com/office/drawing/2017/decorative" val="1"/>
              </a:ext>
            </a:extLst>
          </p:cNvPr>
          <p:cNvGrpSpPr/>
          <p:nvPr userDrawn="1"/>
        </p:nvGrpSpPr>
        <p:grpSpPr>
          <a:xfrm flipH="1">
            <a:off x="9353550" y="0"/>
            <a:ext cx="2838450" cy="2857958"/>
            <a:chOff x="0" y="0"/>
            <a:chExt cx="2838450" cy="2857958"/>
          </a:xfrm>
        </p:grpSpPr>
        <p:sp>
          <p:nvSpPr>
            <p:cNvPr id="12" name="Freeform: Forme 28">
              <a:extLst>
                <a:ext uri="{FF2B5EF4-FFF2-40B4-BE49-F238E27FC236}">
                  <a16:creationId xmlns:a16="http://schemas.microsoft.com/office/drawing/2014/main" id="{D9DB7C23-E0CF-A75F-BFFD-4E7679AF4AD5}"/>
                </a:ext>
                <a:ext uri="{C183D7F6-B498-43B3-948B-1728B52AA6E4}">
                  <adec:decorative xmlns:adec="http://schemas.microsoft.com/office/drawing/2017/decorative" val="1"/>
                </a:ext>
              </a:extLst>
            </p:cNvPr>
            <p:cNvSpPr/>
            <p:nvPr userDrawn="1"/>
          </p:nvSpPr>
          <p:spPr>
            <a:xfrm>
              <a:off x="0" y="0"/>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p>
          </p:txBody>
        </p:sp>
        <p:sp>
          <p:nvSpPr>
            <p:cNvPr id="15" name="Freeform: Forme 15">
              <a:extLst>
                <a:ext uri="{FF2B5EF4-FFF2-40B4-BE49-F238E27FC236}">
                  <a16:creationId xmlns:a16="http://schemas.microsoft.com/office/drawing/2014/main" id="{4D62A0CC-A0CE-403A-A167-27225B2C6083}"/>
                </a:ext>
                <a:ext uri="{C183D7F6-B498-43B3-948B-1728B52AA6E4}">
                  <adec:decorative xmlns:adec="http://schemas.microsoft.com/office/drawing/2017/decorative" val="1"/>
                </a:ext>
              </a:extLst>
            </p:cNvPr>
            <p:cNvSpPr/>
            <p:nvPr userDrawn="1"/>
          </p:nvSpPr>
          <p:spPr>
            <a:xfrm>
              <a:off x="1" y="1"/>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16" name="Image 2">
              <a:extLst>
                <a:ext uri="{FF2B5EF4-FFF2-40B4-BE49-F238E27FC236}">
                  <a16:creationId xmlns:a16="http://schemas.microsoft.com/office/drawing/2014/main" id="{F8AD83DA-A293-6D56-F606-7C98C403A3F7}"/>
                </a:ext>
                <a:ext uri="{C183D7F6-B498-43B3-948B-1728B52AA6E4}">
                  <adec:decorative xmlns:adec="http://schemas.microsoft.com/office/drawing/2017/decorative" val="1"/>
                </a:ext>
              </a:extLst>
            </p:cNvPr>
            <p:cNvSpPr/>
            <p:nvPr userDrawn="1"/>
          </p:nvSpPr>
          <p:spPr>
            <a:xfrm>
              <a:off x="1458332" y="590133"/>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defPPr>
                <a:defRPr lang="fr-FR"/>
              </a:defPPr>
            </a:lstStyle>
            <a:p>
              <a:pPr rtl="0"/>
              <a:endParaRPr lang="fr-FR" dirty="0"/>
            </a:p>
          </p:txBody>
        </p:sp>
      </p:grpSp>
      <p:sp>
        <p:nvSpPr>
          <p:cNvPr id="2" name="Titre 1"/>
          <p:cNvSpPr>
            <a:spLocks noGrp="1"/>
          </p:cNvSpPr>
          <p:nvPr userDrawn="1">
            <p:ph type="title" hasCustomPrompt="1"/>
          </p:nvPr>
        </p:nvSpPr>
        <p:spPr>
          <a:xfrm>
            <a:off x="5702441" y="1061623"/>
            <a:ext cx="5723586" cy="4739104"/>
          </a:xfrm>
        </p:spPr>
        <p:txBody>
          <a:bodyPr tIns="0" bIns="0" rtlCol="0" anchor="ctr">
            <a:noAutofit/>
          </a:bodyPr>
          <a:lstStyle>
            <a:lvl1pPr algn="l">
              <a:lnSpc>
                <a:spcPct val="100000"/>
              </a:lnSpc>
              <a:defRPr lang="fr-FR" sz="3600" b="1"/>
            </a:lvl1pPr>
          </a:lstStyle>
          <a:p>
            <a:pPr rtl="0"/>
            <a:r>
              <a:rPr lang="fr-FR"/>
              <a:t>Cliquez pour ajouter un titre</a:t>
            </a:r>
          </a:p>
        </p:txBody>
      </p:sp>
      <p:sp>
        <p:nvSpPr>
          <p:cNvPr id="8" name="Espace réservé d’image 7">
            <a:extLst>
              <a:ext uri="{FF2B5EF4-FFF2-40B4-BE49-F238E27FC236}">
                <a16:creationId xmlns:a16="http://schemas.microsoft.com/office/drawing/2014/main" id="{E979AC40-7C15-9431-5B1A-415655A7FC05}"/>
              </a:ext>
            </a:extLst>
          </p:cNvPr>
          <p:cNvSpPr>
            <a:spLocks noGrp="1"/>
          </p:cNvSpPr>
          <p:nvPr>
            <p:ph type="pic" sz="quarter" idx="11" hasCustomPrompt="1"/>
          </p:nvPr>
        </p:nvSpPr>
        <p:spPr>
          <a:xfrm>
            <a:off x="443345" y="0"/>
            <a:ext cx="4344695" cy="6359525"/>
          </a:xfrm>
        </p:spPr>
        <p:txBody>
          <a:bodyPr rtlCol="0">
            <a:normAutofit/>
          </a:bodyPr>
          <a:lstStyle>
            <a:lvl1pPr marL="0" indent="0">
              <a:buNone/>
              <a:defRPr lang="fr-FR" sz="1800"/>
            </a:lvl1pPr>
          </a:lstStyle>
          <a:p>
            <a:pPr lvl="0" rtl="0"/>
            <a:r>
              <a:rPr lang="fr-FR"/>
              <a:t>Cliquez ici pour ajouter une image.</a:t>
            </a:r>
          </a:p>
        </p:txBody>
      </p:sp>
    </p:spTree>
    <p:extLst>
      <p:ext uri="{BB962C8B-B14F-4D97-AF65-F5344CB8AC3E}">
        <p14:creationId xmlns:p14="http://schemas.microsoft.com/office/powerpoint/2010/main" val="433189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n-tête de section">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6F8B46B-EF6E-BC12-09E2-0F3B779197B4}"/>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fr-FR"/>
            </a:defPPr>
          </a:lstStyle>
          <a:p>
            <a:pPr algn="ctr" rtl="0"/>
            <a:endParaRPr lang="fr-FR" sz="450" dirty="0"/>
          </a:p>
        </p:txBody>
      </p:sp>
      <p:sp>
        <p:nvSpPr>
          <p:cNvPr id="22" name="Rectangle 21">
            <a:extLst>
              <a:ext uri="{FF2B5EF4-FFF2-40B4-BE49-F238E27FC236}">
                <a16:creationId xmlns:a16="http://schemas.microsoft.com/office/drawing/2014/main" id="{5D7B4F11-E150-473B-98F5-6E6AC9646863}"/>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stStyle>
          <a:p>
            <a:pPr algn="ctr" rtl="0"/>
            <a:endParaRPr lang="fr-FR" sz="1600" dirty="0"/>
          </a:p>
        </p:txBody>
      </p:sp>
      <p:sp>
        <p:nvSpPr>
          <p:cNvPr id="36" name="Forme libre 35">
            <a:extLst>
              <a:ext uri="{FF2B5EF4-FFF2-40B4-BE49-F238E27FC236}">
                <a16:creationId xmlns:a16="http://schemas.microsoft.com/office/drawing/2014/main" id="{A8E2FA61-C047-21BB-AA50-F84AD7685498}"/>
              </a:ext>
              <a:ext uri="{C183D7F6-B498-43B3-948B-1728B52AA6E4}">
                <adec:decorative xmlns:adec="http://schemas.microsoft.com/office/drawing/2017/decorative" val="1"/>
              </a:ext>
            </a:extLst>
          </p:cNvPr>
          <p:cNvSpPr/>
          <p:nvPr userDrawn="1"/>
        </p:nvSpPr>
        <p:spPr>
          <a:xfrm rot="16200000">
            <a:off x="5760023" y="3764463"/>
            <a:ext cx="2812357" cy="3394143"/>
          </a:xfrm>
          <a:custGeom>
            <a:avLst/>
            <a:gdLst>
              <a:gd name="connsiteX0" fmla="*/ 0 w 2812357"/>
              <a:gd name="connsiteY0" fmla="*/ 0 h 3394143"/>
              <a:gd name="connsiteX1" fmla="*/ 2812357 w 2812357"/>
              <a:gd name="connsiteY1" fmla="*/ 3394143 h 3394143"/>
              <a:gd name="connsiteX2" fmla="*/ 0 w 2812357"/>
              <a:gd name="connsiteY2" fmla="*/ 3394143 h 3394143"/>
            </a:gdLst>
            <a:ahLst/>
            <a:cxnLst>
              <a:cxn ang="0">
                <a:pos x="connsiteX0" y="connsiteY0"/>
              </a:cxn>
              <a:cxn ang="0">
                <a:pos x="connsiteX1" y="connsiteY1"/>
              </a:cxn>
              <a:cxn ang="0">
                <a:pos x="connsiteX2" y="connsiteY2"/>
              </a:cxn>
            </a:cxnLst>
            <a:rect l="l" t="t" r="r" b="b"/>
            <a:pathLst>
              <a:path w="2812357" h="3394143">
                <a:moveTo>
                  <a:pt x="0" y="0"/>
                </a:moveTo>
                <a:lnTo>
                  <a:pt x="2812357" y="3394143"/>
                </a:lnTo>
                <a:lnTo>
                  <a:pt x="0" y="3394143"/>
                </a:lnTo>
                <a:close/>
              </a:path>
            </a:pathLst>
          </a:custGeom>
          <a:solidFill>
            <a:schemeClr val="accent4">
              <a:lumMod val="40000"/>
              <a:lumOff val="60000"/>
              <a:alpha val="50000"/>
            </a:schemeClr>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33" name="Forme libre 32">
            <a:extLst>
              <a:ext uri="{FF2B5EF4-FFF2-40B4-BE49-F238E27FC236}">
                <a16:creationId xmlns:a16="http://schemas.microsoft.com/office/drawing/2014/main" id="{1A2791BA-760E-9FA5-8743-D0B699FC9835}"/>
              </a:ext>
              <a:ext uri="{C183D7F6-B498-43B3-948B-1728B52AA6E4}">
                <adec:decorative xmlns:adec="http://schemas.microsoft.com/office/drawing/2017/decorative" val="1"/>
              </a:ext>
            </a:extLst>
          </p:cNvPr>
          <p:cNvSpPr/>
          <p:nvPr userDrawn="1"/>
        </p:nvSpPr>
        <p:spPr>
          <a:xfrm>
            <a:off x="0" y="3463854"/>
            <a:ext cx="435241" cy="3394146"/>
          </a:xfrm>
          <a:custGeom>
            <a:avLst/>
            <a:gdLst>
              <a:gd name="connsiteX0" fmla="*/ 435241 w 435241"/>
              <a:gd name="connsiteY0" fmla="*/ 0 h 3394146"/>
              <a:gd name="connsiteX1" fmla="*/ 435241 w 435241"/>
              <a:gd name="connsiteY1" fmla="*/ 3394146 h 3394146"/>
              <a:gd name="connsiteX2" fmla="*/ 0 w 435241"/>
              <a:gd name="connsiteY2" fmla="*/ 3394146 h 3394146"/>
              <a:gd name="connsiteX3" fmla="*/ 0 w 435241"/>
              <a:gd name="connsiteY3" fmla="*/ 523525 h 3394146"/>
            </a:gdLst>
            <a:ahLst/>
            <a:cxnLst>
              <a:cxn ang="0">
                <a:pos x="connsiteX0" y="connsiteY0"/>
              </a:cxn>
              <a:cxn ang="0">
                <a:pos x="connsiteX1" y="connsiteY1"/>
              </a:cxn>
              <a:cxn ang="0">
                <a:pos x="connsiteX2" y="connsiteY2"/>
              </a:cxn>
              <a:cxn ang="0">
                <a:pos x="connsiteX3" y="connsiteY3"/>
              </a:cxn>
            </a:cxnLst>
            <a:rect l="l" t="t" r="r" b="b"/>
            <a:pathLst>
              <a:path w="435241" h="3394146">
                <a:moveTo>
                  <a:pt x="435241" y="0"/>
                </a:moveTo>
                <a:lnTo>
                  <a:pt x="435241" y="3394146"/>
                </a:lnTo>
                <a:lnTo>
                  <a:pt x="0" y="3394146"/>
                </a:lnTo>
                <a:lnTo>
                  <a:pt x="0" y="523525"/>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fr-FR"/>
            </a:defPPr>
          </a:lstStyle>
          <a:p>
            <a:pPr lvl="0" algn="ctr" rtl="0"/>
            <a:endParaRPr lang="fr-FR" dirty="0"/>
          </a:p>
        </p:txBody>
      </p:sp>
      <p:sp>
        <p:nvSpPr>
          <p:cNvPr id="4" name="Titre 1">
            <a:extLst>
              <a:ext uri="{FF2B5EF4-FFF2-40B4-BE49-F238E27FC236}">
                <a16:creationId xmlns:a16="http://schemas.microsoft.com/office/drawing/2014/main" id="{8D6A03F2-8C7B-D33B-0E8F-24D4800D5C01}"/>
              </a:ext>
            </a:extLst>
          </p:cNvPr>
          <p:cNvSpPr>
            <a:spLocks noGrp="1"/>
          </p:cNvSpPr>
          <p:nvPr userDrawn="1">
            <p:ph type="title" hasCustomPrompt="1"/>
          </p:nvPr>
        </p:nvSpPr>
        <p:spPr>
          <a:xfrm>
            <a:off x="914400" y="1057275"/>
            <a:ext cx="5259554" cy="2495028"/>
          </a:xfrm>
        </p:spPr>
        <p:txBody>
          <a:bodyPr tIns="0" bIns="0" rtlCol="0">
            <a:noAutofit/>
          </a:bodyPr>
          <a:lstStyle>
            <a:lvl1pPr algn="l">
              <a:lnSpc>
                <a:spcPct val="100000"/>
              </a:lnSpc>
              <a:defRPr lang="fr-FR" sz="3600"/>
            </a:lvl1pPr>
          </a:lstStyle>
          <a:p>
            <a:pPr rtl="0"/>
            <a:r>
              <a:rPr lang="fr-FR"/>
              <a:t>Cliquer pour ajouter du texte</a:t>
            </a:r>
          </a:p>
        </p:txBody>
      </p:sp>
      <p:sp>
        <p:nvSpPr>
          <p:cNvPr id="5" name="Espace réservé du contenu 2">
            <a:extLst>
              <a:ext uri="{FF2B5EF4-FFF2-40B4-BE49-F238E27FC236}">
                <a16:creationId xmlns:a16="http://schemas.microsoft.com/office/drawing/2014/main" id="{C51465C6-2CDE-B5BF-F22E-CBDD44E86CFC}"/>
              </a:ext>
            </a:extLst>
          </p:cNvPr>
          <p:cNvSpPr>
            <a:spLocks noGrp="1"/>
          </p:cNvSpPr>
          <p:nvPr userDrawn="1">
            <p:ph idx="1" hasCustomPrompt="1"/>
          </p:nvPr>
        </p:nvSpPr>
        <p:spPr>
          <a:xfrm>
            <a:off x="914400" y="3808750"/>
            <a:ext cx="5259554" cy="2233233"/>
          </a:xfrm>
        </p:spPr>
        <p:txBody>
          <a:bodyPr lIns="91440" tIns="0" rIns="91440" bIns="0" rtlCol="0">
            <a:normAutofit/>
          </a:bodyPr>
          <a:lstStyle>
            <a:lvl1pPr marL="0" indent="0">
              <a:lnSpc>
                <a:spcPct val="100000"/>
              </a:lnSpc>
              <a:spcBef>
                <a:spcPts val="0"/>
              </a:spcBef>
              <a:buNone/>
              <a:defRPr lang="fr-FR" sz="2400"/>
            </a:lvl1pPr>
            <a:lvl2pPr marL="347472">
              <a:lnSpc>
                <a:spcPct val="100000"/>
              </a:lnSpc>
              <a:spcBef>
                <a:spcPts val="0"/>
              </a:spcBef>
              <a:defRPr lang="fr-FR" sz="2400"/>
            </a:lvl2pPr>
            <a:lvl3pPr marL="685800">
              <a:lnSpc>
                <a:spcPct val="100000"/>
              </a:lnSpc>
              <a:spcBef>
                <a:spcPts val="0"/>
              </a:spcBef>
              <a:defRPr lang="fr-FR" sz="2400"/>
            </a:lvl3pPr>
          </a:lstStyle>
          <a:p>
            <a:pPr lvl="0" rtl="0"/>
            <a:r>
              <a:rPr lang="fr-FR"/>
              <a:t>Cliquer pour ajouter du texte</a:t>
            </a:r>
          </a:p>
          <a:p>
            <a:pPr lvl="1" rtl="0"/>
            <a:r>
              <a:rPr lang="fr-FR"/>
              <a:t>Deuxième niveau</a:t>
            </a:r>
          </a:p>
          <a:p>
            <a:pPr lvl="2" rtl="0"/>
            <a:r>
              <a:rPr lang="fr-FR"/>
              <a:t>Troisième niveau</a:t>
            </a:r>
          </a:p>
        </p:txBody>
      </p:sp>
      <p:sp>
        <p:nvSpPr>
          <p:cNvPr id="52" name="Espace réservé d’image 7">
            <a:extLst>
              <a:ext uri="{FF2B5EF4-FFF2-40B4-BE49-F238E27FC236}">
                <a16:creationId xmlns:a16="http://schemas.microsoft.com/office/drawing/2014/main" id="{55126063-BDEE-A1AB-FDAE-DD9B98CACDA8}"/>
              </a:ext>
            </a:extLst>
          </p:cNvPr>
          <p:cNvSpPr>
            <a:spLocks noGrp="1"/>
          </p:cNvSpPr>
          <p:nvPr>
            <p:ph type="pic" sz="quarter" idx="11" hasCustomPrompt="1"/>
          </p:nvPr>
        </p:nvSpPr>
        <p:spPr>
          <a:xfrm>
            <a:off x="7414194" y="410780"/>
            <a:ext cx="4344695" cy="6447220"/>
          </a:xfrm>
          <a:solidFill>
            <a:schemeClr val="accent3"/>
          </a:solidFill>
        </p:spPr>
        <p:txBody>
          <a:bodyPr rtlCol="0">
            <a:normAutofit/>
          </a:bodyPr>
          <a:lstStyle>
            <a:lvl1pPr marL="0" indent="0">
              <a:buNone/>
              <a:defRPr lang="fr-FR" sz="1800"/>
            </a:lvl1pPr>
          </a:lstStyle>
          <a:p>
            <a:pPr lvl="0" rtl="0"/>
            <a:r>
              <a:rPr lang="fr-FR"/>
              <a:t>Cliquez ici pour ajouter une image.</a:t>
            </a:r>
          </a:p>
        </p:txBody>
      </p:sp>
    </p:spTree>
    <p:extLst>
      <p:ext uri="{BB962C8B-B14F-4D97-AF65-F5344CB8AC3E}">
        <p14:creationId xmlns:p14="http://schemas.microsoft.com/office/powerpoint/2010/main" val="168178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sp>
        <p:nvSpPr>
          <p:cNvPr id="32" name="Image 1">
            <a:extLst>
              <a:ext uri="{FF2B5EF4-FFF2-40B4-BE49-F238E27FC236}">
                <a16:creationId xmlns:a16="http://schemas.microsoft.com/office/drawing/2014/main" id="{2A3EC91E-4089-D366-06D3-3E66F93DFAF3}"/>
              </a:ext>
              <a:ext uri="{C183D7F6-B498-43B3-948B-1728B52AA6E4}">
                <adec:decorative xmlns:adec="http://schemas.microsoft.com/office/drawing/2017/decorative" val="1"/>
              </a:ext>
            </a:extLst>
          </p:cNvPr>
          <p:cNvSpPr/>
          <p:nvPr/>
        </p:nvSpPr>
        <p:spPr>
          <a:xfrm>
            <a:off x="-7117" y="0"/>
            <a:ext cx="2550985" cy="6858000"/>
          </a:xfrm>
          <a:custGeom>
            <a:avLst/>
            <a:gdLst>
              <a:gd name="connsiteX0" fmla="*/ 2550985 w 2550985"/>
              <a:gd name="connsiteY0" fmla="*/ 0 h 6858000"/>
              <a:gd name="connsiteX1" fmla="*/ 0 w 2550985"/>
              <a:gd name="connsiteY1" fmla="*/ 0 h 6858000"/>
              <a:gd name="connsiteX2" fmla="*/ 0 w 2550985"/>
              <a:gd name="connsiteY2" fmla="*/ 6858000 h 6858000"/>
              <a:gd name="connsiteX3" fmla="*/ 2550985 w 2550985"/>
              <a:gd name="connsiteY3" fmla="*/ 6858000 h 6858000"/>
              <a:gd name="connsiteX4" fmla="*/ 2550985 w 2550985"/>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0985" h="6858000">
                <a:moveTo>
                  <a:pt x="2550985" y="0"/>
                </a:moveTo>
                <a:lnTo>
                  <a:pt x="0" y="0"/>
                </a:lnTo>
                <a:lnTo>
                  <a:pt x="0" y="6858000"/>
                </a:lnTo>
                <a:lnTo>
                  <a:pt x="2550985" y="6858000"/>
                </a:lnTo>
                <a:lnTo>
                  <a:pt x="2550985" y="0"/>
                </a:lnTo>
                <a:close/>
              </a:path>
            </a:pathLst>
          </a:custGeom>
          <a:solidFill>
            <a:schemeClr val="accent4"/>
          </a:solidFill>
          <a:ln w="7045" cap="flat">
            <a:noFill/>
            <a:prstDash val="solid"/>
            <a:miter/>
          </a:ln>
        </p:spPr>
        <p:txBody>
          <a:bodyPr rtlCol="0" anchor="ctr">
            <a:noAutofit/>
          </a:bodyPr>
          <a:lstStyle>
            <a:defPPr>
              <a:defRPr lang="fr-FR"/>
            </a:defPPr>
          </a:lstStyle>
          <a:p>
            <a:pPr rtl="0"/>
            <a:endParaRPr lang="fr-FR" dirty="0"/>
          </a:p>
        </p:txBody>
      </p:sp>
      <p:sp>
        <p:nvSpPr>
          <p:cNvPr id="53" name="Freeform: Forme 52">
            <a:extLst>
              <a:ext uri="{FF2B5EF4-FFF2-40B4-BE49-F238E27FC236}">
                <a16:creationId xmlns:a16="http://schemas.microsoft.com/office/drawing/2014/main" id="{70F595E1-C910-3710-90E9-AF5FFCE05861}"/>
              </a:ext>
              <a:ext uri="{C183D7F6-B498-43B3-948B-1728B52AA6E4}">
                <adec:decorative xmlns:adec="http://schemas.microsoft.com/office/drawing/2017/decorative" val="1"/>
              </a:ext>
            </a:extLst>
          </p:cNvPr>
          <p:cNvSpPr/>
          <p:nvPr userDrawn="1"/>
        </p:nvSpPr>
        <p:spPr>
          <a:xfrm>
            <a:off x="-9415" y="0"/>
            <a:ext cx="2548591" cy="2555628"/>
          </a:xfrm>
          <a:custGeom>
            <a:avLst/>
            <a:gdLst>
              <a:gd name="connsiteX0" fmla="*/ 138643 w 2548591"/>
              <a:gd name="connsiteY0" fmla="*/ 1 h 2555628"/>
              <a:gd name="connsiteX1" fmla="*/ 163874 w 2548591"/>
              <a:gd name="connsiteY1" fmla="*/ 1 h 2555628"/>
              <a:gd name="connsiteX2" fmla="*/ 2548463 w 2548591"/>
              <a:gd name="connsiteY2" fmla="*/ 2391168 h 2555628"/>
              <a:gd name="connsiteX3" fmla="*/ 2548463 w 2548591"/>
              <a:gd name="connsiteY3" fmla="*/ 2416472 h 2555628"/>
              <a:gd name="connsiteX4" fmla="*/ 2548590 w 2548591"/>
              <a:gd name="connsiteY4" fmla="*/ 2416600 h 2555628"/>
              <a:gd name="connsiteX5" fmla="*/ 138643 w 2548591"/>
              <a:gd name="connsiteY5" fmla="*/ 1 h 2555628"/>
              <a:gd name="connsiteX6" fmla="*/ 0 w 2548591"/>
              <a:gd name="connsiteY6" fmla="*/ 1 h 2555628"/>
              <a:gd name="connsiteX7" fmla="*/ 25231 w 2548591"/>
              <a:gd name="connsiteY7" fmla="*/ 1 h 2555628"/>
              <a:gd name="connsiteX8" fmla="*/ 2548591 w 2548591"/>
              <a:gd name="connsiteY8" fmla="*/ 2530324 h 2555628"/>
              <a:gd name="connsiteX9" fmla="*/ 2548591 w 2548591"/>
              <a:gd name="connsiteY9" fmla="*/ 2555628 h 2555628"/>
              <a:gd name="connsiteX10" fmla="*/ 0 w 2548591"/>
              <a:gd name="connsiteY10" fmla="*/ 1 h 2555628"/>
              <a:gd name="connsiteX11" fmla="*/ 277411 w 2548591"/>
              <a:gd name="connsiteY11" fmla="*/ 1 h 2555628"/>
              <a:gd name="connsiteX12" fmla="*/ 302642 w 2548591"/>
              <a:gd name="connsiteY12" fmla="*/ 1 h 2555628"/>
              <a:gd name="connsiteX13" fmla="*/ 2548582 w 2548591"/>
              <a:gd name="connsiteY13" fmla="*/ 2252147 h 2555628"/>
              <a:gd name="connsiteX14" fmla="*/ 2548582 w 2548591"/>
              <a:gd name="connsiteY14" fmla="*/ 2277444 h 2555628"/>
              <a:gd name="connsiteX15" fmla="*/ 277411 w 2548591"/>
              <a:gd name="connsiteY15" fmla="*/ 1 h 2555628"/>
              <a:gd name="connsiteX16" fmla="*/ 416054 w 2548591"/>
              <a:gd name="connsiteY16" fmla="*/ 1 h 2555628"/>
              <a:gd name="connsiteX17" fmla="*/ 441285 w 2548591"/>
              <a:gd name="connsiteY17" fmla="*/ 1 h 2555628"/>
              <a:gd name="connsiteX18" fmla="*/ 2548589 w 2548591"/>
              <a:gd name="connsiteY18" fmla="*/ 2113119 h 2555628"/>
              <a:gd name="connsiteX19" fmla="*/ 2548589 w 2548591"/>
              <a:gd name="connsiteY19" fmla="*/ 2138423 h 2555628"/>
              <a:gd name="connsiteX20" fmla="*/ 416054 w 2548591"/>
              <a:gd name="connsiteY20" fmla="*/ 1 h 2555628"/>
              <a:gd name="connsiteX21" fmla="*/ 554698 w 2548591"/>
              <a:gd name="connsiteY21" fmla="*/ 1 h 2555628"/>
              <a:gd name="connsiteX22" fmla="*/ 579930 w 2548591"/>
              <a:gd name="connsiteY22" fmla="*/ 1 h 2555628"/>
              <a:gd name="connsiteX23" fmla="*/ 2548462 w 2548591"/>
              <a:gd name="connsiteY23" fmla="*/ 1973963 h 2555628"/>
              <a:gd name="connsiteX24" fmla="*/ 2548462 w 2548591"/>
              <a:gd name="connsiteY24" fmla="*/ 1999267 h 2555628"/>
              <a:gd name="connsiteX25" fmla="*/ 2548589 w 2548591"/>
              <a:gd name="connsiteY25" fmla="*/ 1999394 h 2555628"/>
              <a:gd name="connsiteX26" fmla="*/ 554698 w 2548591"/>
              <a:gd name="connsiteY26" fmla="*/ 1 h 2555628"/>
              <a:gd name="connsiteX27" fmla="*/ 693468 w 2548591"/>
              <a:gd name="connsiteY27" fmla="*/ 0 h 2555628"/>
              <a:gd name="connsiteX28" fmla="*/ 718701 w 2548591"/>
              <a:gd name="connsiteY28" fmla="*/ 0 h 2555628"/>
              <a:gd name="connsiteX29" fmla="*/ 2548583 w 2548591"/>
              <a:gd name="connsiteY29" fmla="*/ 1834942 h 2555628"/>
              <a:gd name="connsiteX30" fmla="*/ 2548583 w 2548591"/>
              <a:gd name="connsiteY30" fmla="*/ 1860239 h 2555628"/>
              <a:gd name="connsiteX31" fmla="*/ 693468 w 2548591"/>
              <a:gd name="connsiteY31" fmla="*/ 0 h 2555628"/>
              <a:gd name="connsiteX32" fmla="*/ 832112 w 2548591"/>
              <a:gd name="connsiteY32" fmla="*/ 0 h 2555628"/>
              <a:gd name="connsiteX33" fmla="*/ 857340 w 2548591"/>
              <a:gd name="connsiteY33" fmla="*/ 0 h 2555628"/>
              <a:gd name="connsiteX34" fmla="*/ 2548582 w 2548591"/>
              <a:gd name="connsiteY34" fmla="*/ 1695913 h 2555628"/>
              <a:gd name="connsiteX35" fmla="*/ 2548582 w 2548591"/>
              <a:gd name="connsiteY35" fmla="*/ 1721210 h 2555628"/>
              <a:gd name="connsiteX36" fmla="*/ 832112 w 2548591"/>
              <a:gd name="connsiteY36" fmla="*/ 0 h 2555628"/>
              <a:gd name="connsiteX37" fmla="*/ 970758 w 2548591"/>
              <a:gd name="connsiteY37" fmla="*/ 0 h 2555628"/>
              <a:gd name="connsiteX38" fmla="*/ 995986 w 2548591"/>
              <a:gd name="connsiteY38" fmla="*/ 0 h 2555628"/>
              <a:gd name="connsiteX39" fmla="*/ 2548463 w 2548591"/>
              <a:gd name="connsiteY39" fmla="*/ 1556758 h 2555628"/>
              <a:gd name="connsiteX40" fmla="*/ 2548463 w 2548591"/>
              <a:gd name="connsiteY40" fmla="*/ 1582062 h 2555628"/>
              <a:gd name="connsiteX41" fmla="*/ 2548590 w 2548591"/>
              <a:gd name="connsiteY41" fmla="*/ 1582189 h 2555628"/>
              <a:gd name="connsiteX42" fmla="*/ 970758 w 2548591"/>
              <a:gd name="connsiteY42" fmla="*/ 0 h 2555628"/>
              <a:gd name="connsiteX43" fmla="*/ 1109529 w 2548591"/>
              <a:gd name="connsiteY43" fmla="*/ 0 h 2555628"/>
              <a:gd name="connsiteX44" fmla="*/ 1134764 w 2548591"/>
              <a:gd name="connsiteY44" fmla="*/ 0 h 2555628"/>
              <a:gd name="connsiteX45" fmla="*/ 2548589 w 2548591"/>
              <a:gd name="connsiteY45" fmla="*/ 1417736 h 2555628"/>
              <a:gd name="connsiteX46" fmla="*/ 2548589 w 2548591"/>
              <a:gd name="connsiteY46" fmla="*/ 1443033 h 2555628"/>
              <a:gd name="connsiteX47" fmla="*/ 1109529 w 2548591"/>
              <a:gd name="connsiteY47" fmla="*/ 0 h 2555628"/>
              <a:gd name="connsiteX48" fmla="*/ 1248168 w 2548591"/>
              <a:gd name="connsiteY48" fmla="*/ 0 h 2555628"/>
              <a:gd name="connsiteX49" fmla="*/ 1273396 w 2548591"/>
              <a:gd name="connsiteY49" fmla="*/ 0 h 2555628"/>
              <a:gd name="connsiteX50" fmla="*/ 2548583 w 2548591"/>
              <a:gd name="connsiteY50" fmla="*/ 1278708 h 2555628"/>
              <a:gd name="connsiteX51" fmla="*/ 2548583 w 2548591"/>
              <a:gd name="connsiteY51" fmla="*/ 1304005 h 2555628"/>
              <a:gd name="connsiteX52" fmla="*/ 1248168 w 2548591"/>
              <a:gd name="connsiteY52" fmla="*/ 0 h 2555628"/>
              <a:gd name="connsiteX53" fmla="*/ 1386813 w 2548591"/>
              <a:gd name="connsiteY53" fmla="*/ 0 h 2555628"/>
              <a:gd name="connsiteX54" fmla="*/ 1412041 w 2548591"/>
              <a:gd name="connsiteY54" fmla="*/ 0 h 2555628"/>
              <a:gd name="connsiteX55" fmla="*/ 2548589 w 2548591"/>
              <a:gd name="connsiteY55" fmla="*/ 1139552 h 2555628"/>
              <a:gd name="connsiteX56" fmla="*/ 2548589 w 2548591"/>
              <a:gd name="connsiteY56" fmla="*/ 1164857 h 2555628"/>
              <a:gd name="connsiteX57" fmla="*/ 2548589 w 2548591"/>
              <a:gd name="connsiteY57" fmla="*/ 1164984 h 2555628"/>
              <a:gd name="connsiteX58" fmla="*/ 1386813 w 2548591"/>
              <a:gd name="connsiteY58" fmla="*/ 0 h 2555628"/>
              <a:gd name="connsiteX59" fmla="*/ 1525579 w 2548591"/>
              <a:gd name="connsiteY59" fmla="*/ 0 h 2555628"/>
              <a:gd name="connsiteX60" fmla="*/ 1550814 w 2548591"/>
              <a:gd name="connsiteY60" fmla="*/ 0 h 2555628"/>
              <a:gd name="connsiteX61" fmla="*/ 2548583 w 2548591"/>
              <a:gd name="connsiteY61" fmla="*/ 1000531 h 2555628"/>
              <a:gd name="connsiteX62" fmla="*/ 2548583 w 2548591"/>
              <a:gd name="connsiteY62" fmla="*/ 1025828 h 2555628"/>
              <a:gd name="connsiteX63" fmla="*/ 1525579 w 2548591"/>
              <a:gd name="connsiteY63" fmla="*/ 0 h 2555628"/>
              <a:gd name="connsiteX64" fmla="*/ 1664231 w 2548591"/>
              <a:gd name="connsiteY64" fmla="*/ 0 h 2555628"/>
              <a:gd name="connsiteX65" fmla="*/ 1689459 w 2548591"/>
              <a:gd name="connsiteY65" fmla="*/ 0 h 2555628"/>
              <a:gd name="connsiteX66" fmla="*/ 2548589 w 2548591"/>
              <a:gd name="connsiteY66" fmla="*/ 861503 h 2555628"/>
              <a:gd name="connsiteX67" fmla="*/ 2548589 w 2548591"/>
              <a:gd name="connsiteY67" fmla="*/ 886800 h 2555628"/>
              <a:gd name="connsiteX68" fmla="*/ 1664231 w 2548591"/>
              <a:gd name="connsiteY68" fmla="*/ 0 h 2555628"/>
              <a:gd name="connsiteX69" fmla="*/ 1802870 w 2548591"/>
              <a:gd name="connsiteY69" fmla="*/ 0 h 2555628"/>
              <a:gd name="connsiteX70" fmla="*/ 1828097 w 2548591"/>
              <a:gd name="connsiteY70" fmla="*/ 0 h 2555628"/>
              <a:gd name="connsiteX71" fmla="*/ 2548583 w 2548591"/>
              <a:gd name="connsiteY71" fmla="*/ 722347 h 2555628"/>
              <a:gd name="connsiteX72" fmla="*/ 2548583 w 2548591"/>
              <a:gd name="connsiteY72" fmla="*/ 747651 h 2555628"/>
              <a:gd name="connsiteX73" fmla="*/ 2548583 w 2548591"/>
              <a:gd name="connsiteY73" fmla="*/ 747778 h 2555628"/>
              <a:gd name="connsiteX74" fmla="*/ 1802870 w 2548591"/>
              <a:gd name="connsiteY74" fmla="*/ 0 h 2555628"/>
              <a:gd name="connsiteX75" fmla="*/ 1941642 w 2548591"/>
              <a:gd name="connsiteY75" fmla="*/ 0 h 2555628"/>
              <a:gd name="connsiteX76" fmla="*/ 1966877 w 2548591"/>
              <a:gd name="connsiteY76" fmla="*/ 0 h 2555628"/>
              <a:gd name="connsiteX77" fmla="*/ 2548589 w 2548591"/>
              <a:gd name="connsiteY77" fmla="*/ 583321 h 2555628"/>
              <a:gd name="connsiteX78" fmla="*/ 2548589 w 2548591"/>
              <a:gd name="connsiteY78" fmla="*/ 608622 h 2555628"/>
              <a:gd name="connsiteX79" fmla="*/ 1941642 w 2548591"/>
              <a:gd name="connsiteY79" fmla="*/ 0 h 2555628"/>
              <a:gd name="connsiteX80" fmla="*/ 2080281 w 2548591"/>
              <a:gd name="connsiteY80" fmla="*/ 0 h 2555628"/>
              <a:gd name="connsiteX81" fmla="*/ 2105508 w 2548591"/>
              <a:gd name="connsiteY81" fmla="*/ 0 h 2555628"/>
              <a:gd name="connsiteX82" fmla="*/ 2548582 w 2548591"/>
              <a:gd name="connsiteY82" fmla="*/ 444296 h 2555628"/>
              <a:gd name="connsiteX83" fmla="*/ 2548582 w 2548591"/>
              <a:gd name="connsiteY83" fmla="*/ 469597 h 2555628"/>
              <a:gd name="connsiteX84" fmla="*/ 2080281 w 2548591"/>
              <a:gd name="connsiteY84" fmla="*/ 0 h 2555628"/>
              <a:gd name="connsiteX85" fmla="*/ 2218926 w 2548591"/>
              <a:gd name="connsiteY85" fmla="*/ 0 h 2555628"/>
              <a:gd name="connsiteX86" fmla="*/ 2244153 w 2548591"/>
              <a:gd name="connsiteY86" fmla="*/ 0 h 2555628"/>
              <a:gd name="connsiteX87" fmla="*/ 2548582 w 2548591"/>
              <a:gd name="connsiteY87" fmla="*/ 305270 h 2555628"/>
              <a:gd name="connsiteX88" fmla="*/ 2548582 w 2548591"/>
              <a:gd name="connsiteY88" fmla="*/ 330570 h 2555628"/>
              <a:gd name="connsiteX89" fmla="*/ 2218926 w 2548591"/>
              <a:gd name="connsiteY89" fmla="*/ 0 h 2555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548591" h="2555628">
                <a:moveTo>
                  <a:pt x="138643" y="1"/>
                </a:moveTo>
                <a:lnTo>
                  <a:pt x="163874" y="1"/>
                </a:lnTo>
                <a:cubicBezTo>
                  <a:pt x="163874" y="1318576"/>
                  <a:pt x="1233644" y="2391168"/>
                  <a:pt x="2548463" y="2391168"/>
                </a:cubicBezTo>
                <a:lnTo>
                  <a:pt x="2548463" y="2416472"/>
                </a:lnTo>
                <a:lnTo>
                  <a:pt x="2548590" y="2416600"/>
                </a:lnTo>
                <a:cubicBezTo>
                  <a:pt x="1219755" y="2416600"/>
                  <a:pt x="138643" y="1332503"/>
                  <a:pt x="138643" y="1"/>
                </a:cubicBezTo>
                <a:close/>
                <a:moveTo>
                  <a:pt x="0" y="1"/>
                </a:moveTo>
                <a:lnTo>
                  <a:pt x="25231" y="1"/>
                </a:lnTo>
                <a:cubicBezTo>
                  <a:pt x="25231" y="1395244"/>
                  <a:pt x="1157188" y="2530324"/>
                  <a:pt x="2548591" y="2530324"/>
                </a:cubicBezTo>
                <a:lnTo>
                  <a:pt x="2548591" y="2555628"/>
                </a:lnTo>
                <a:cubicBezTo>
                  <a:pt x="1143299" y="2555628"/>
                  <a:pt x="0" y="1409172"/>
                  <a:pt x="0" y="1"/>
                </a:cubicBezTo>
                <a:close/>
                <a:moveTo>
                  <a:pt x="277411" y="1"/>
                </a:moveTo>
                <a:lnTo>
                  <a:pt x="302642" y="1"/>
                </a:lnTo>
                <a:cubicBezTo>
                  <a:pt x="302642" y="1241907"/>
                  <a:pt x="1310229" y="2252147"/>
                  <a:pt x="2548582" y="2252147"/>
                </a:cubicBezTo>
                <a:lnTo>
                  <a:pt x="2548582" y="2277444"/>
                </a:lnTo>
                <a:cubicBezTo>
                  <a:pt x="1296205" y="2277444"/>
                  <a:pt x="277411" y="1255835"/>
                  <a:pt x="277411" y="1"/>
                </a:cubicBezTo>
                <a:close/>
                <a:moveTo>
                  <a:pt x="416054" y="1"/>
                </a:moveTo>
                <a:lnTo>
                  <a:pt x="441285" y="1"/>
                </a:lnTo>
                <a:cubicBezTo>
                  <a:pt x="441285" y="1165111"/>
                  <a:pt x="1386559" y="2113119"/>
                  <a:pt x="2548589" y="2113119"/>
                </a:cubicBezTo>
                <a:lnTo>
                  <a:pt x="2548589" y="2138423"/>
                </a:lnTo>
                <a:cubicBezTo>
                  <a:pt x="1372670" y="2138423"/>
                  <a:pt x="416054" y="1179166"/>
                  <a:pt x="416054" y="1"/>
                </a:cubicBezTo>
                <a:close/>
                <a:moveTo>
                  <a:pt x="554698" y="1"/>
                </a:moveTo>
                <a:lnTo>
                  <a:pt x="579930" y="1"/>
                </a:lnTo>
                <a:cubicBezTo>
                  <a:pt x="579930" y="1088442"/>
                  <a:pt x="1463017" y="1973963"/>
                  <a:pt x="2548462" y="1973963"/>
                </a:cubicBezTo>
                <a:lnTo>
                  <a:pt x="2548462" y="1999267"/>
                </a:lnTo>
                <a:lnTo>
                  <a:pt x="2548589" y="1999394"/>
                </a:lnTo>
                <a:cubicBezTo>
                  <a:pt x="1449127" y="1999394"/>
                  <a:pt x="554698" y="1102497"/>
                  <a:pt x="554698" y="1"/>
                </a:cubicBezTo>
                <a:close/>
                <a:moveTo>
                  <a:pt x="693468" y="0"/>
                </a:moveTo>
                <a:lnTo>
                  <a:pt x="718701" y="0"/>
                </a:lnTo>
                <a:cubicBezTo>
                  <a:pt x="718701" y="1011773"/>
                  <a:pt x="1539602" y="1834942"/>
                  <a:pt x="2548583" y="1834942"/>
                </a:cubicBezTo>
                <a:lnTo>
                  <a:pt x="2548583" y="1860239"/>
                </a:lnTo>
                <a:cubicBezTo>
                  <a:pt x="1525706" y="1860239"/>
                  <a:pt x="693468" y="1025701"/>
                  <a:pt x="693468" y="0"/>
                </a:cubicBezTo>
                <a:close/>
                <a:moveTo>
                  <a:pt x="832112" y="0"/>
                </a:moveTo>
                <a:lnTo>
                  <a:pt x="857340" y="0"/>
                </a:lnTo>
                <a:cubicBezTo>
                  <a:pt x="857340" y="935105"/>
                  <a:pt x="1616059" y="1695913"/>
                  <a:pt x="2548582" y="1695913"/>
                </a:cubicBezTo>
                <a:lnTo>
                  <a:pt x="2548582" y="1721210"/>
                </a:lnTo>
                <a:cubicBezTo>
                  <a:pt x="1602170" y="1721210"/>
                  <a:pt x="832112" y="949032"/>
                  <a:pt x="832112" y="0"/>
                </a:cubicBezTo>
                <a:close/>
                <a:moveTo>
                  <a:pt x="970758" y="0"/>
                </a:moveTo>
                <a:lnTo>
                  <a:pt x="995986" y="0"/>
                </a:lnTo>
                <a:cubicBezTo>
                  <a:pt x="995986" y="858436"/>
                  <a:pt x="1692391" y="1556758"/>
                  <a:pt x="2548463" y="1556758"/>
                </a:cubicBezTo>
                <a:lnTo>
                  <a:pt x="2548463" y="1582062"/>
                </a:lnTo>
                <a:lnTo>
                  <a:pt x="2548590" y="1582189"/>
                </a:lnTo>
                <a:cubicBezTo>
                  <a:pt x="1678628" y="1582189"/>
                  <a:pt x="970758" y="872491"/>
                  <a:pt x="970758" y="0"/>
                </a:cubicBezTo>
                <a:close/>
                <a:moveTo>
                  <a:pt x="1109529" y="0"/>
                </a:moveTo>
                <a:lnTo>
                  <a:pt x="1134764" y="0"/>
                </a:lnTo>
                <a:cubicBezTo>
                  <a:pt x="1134764" y="781767"/>
                  <a:pt x="1768975" y="1417736"/>
                  <a:pt x="2548589" y="1417736"/>
                </a:cubicBezTo>
                <a:lnTo>
                  <a:pt x="2548589" y="1443033"/>
                </a:lnTo>
                <a:cubicBezTo>
                  <a:pt x="1755086" y="1443033"/>
                  <a:pt x="1109529" y="795695"/>
                  <a:pt x="1109529" y="0"/>
                </a:cubicBezTo>
                <a:close/>
                <a:moveTo>
                  <a:pt x="1248168" y="0"/>
                </a:moveTo>
                <a:lnTo>
                  <a:pt x="1273396" y="0"/>
                </a:lnTo>
                <a:cubicBezTo>
                  <a:pt x="1273396" y="705097"/>
                  <a:pt x="1845433" y="1278708"/>
                  <a:pt x="2548583" y="1278708"/>
                </a:cubicBezTo>
                <a:lnTo>
                  <a:pt x="2548583" y="1304005"/>
                </a:lnTo>
                <a:cubicBezTo>
                  <a:pt x="1831537" y="1304005"/>
                  <a:pt x="1248168" y="719026"/>
                  <a:pt x="1248168" y="0"/>
                </a:cubicBezTo>
                <a:close/>
                <a:moveTo>
                  <a:pt x="1386813" y="0"/>
                </a:moveTo>
                <a:lnTo>
                  <a:pt x="1412041" y="0"/>
                </a:lnTo>
                <a:cubicBezTo>
                  <a:pt x="1412041" y="628428"/>
                  <a:pt x="1921890" y="1139552"/>
                  <a:pt x="2548589" y="1139552"/>
                </a:cubicBezTo>
                <a:lnTo>
                  <a:pt x="2548589" y="1164857"/>
                </a:lnTo>
                <a:lnTo>
                  <a:pt x="2548589" y="1164984"/>
                </a:lnTo>
                <a:cubicBezTo>
                  <a:pt x="1908001" y="1164984"/>
                  <a:pt x="1386813" y="642356"/>
                  <a:pt x="1386813" y="0"/>
                </a:cubicBezTo>
                <a:close/>
                <a:moveTo>
                  <a:pt x="1525579" y="0"/>
                </a:moveTo>
                <a:lnTo>
                  <a:pt x="1550814" y="0"/>
                </a:lnTo>
                <a:cubicBezTo>
                  <a:pt x="1550814" y="551759"/>
                  <a:pt x="1998468" y="1000531"/>
                  <a:pt x="2548583" y="1000531"/>
                </a:cubicBezTo>
                <a:lnTo>
                  <a:pt x="2548583" y="1025828"/>
                </a:lnTo>
                <a:cubicBezTo>
                  <a:pt x="1984452" y="1025828"/>
                  <a:pt x="1525579" y="565560"/>
                  <a:pt x="1525579" y="0"/>
                </a:cubicBezTo>
                <a:close/>
                <a:moveTo>
                  <a:pt x="1664231" y="0"/>
                </a:moveTo>
                <a:lnTo>
                  <a:pt x="1689459" y="0"/>
                </a:lnTo>
                <a:cubicBezTo>
                  <a:pt x="1689459" y="474963"/>
                  <a:pt x="2074805" y="861503"/>
                  <a:pt x="2548589" y="861503"/>
                </a:cubicBezTo>
                <a:lnTo>
                  <a:pt x="2548589" y="886800"/>
                </a:lnTo>
                <a:cubicBezTo>
                  <a:pt x="2060916" y="886800"/>
                  <a:pt x="1664231" y="489019"/>
                  <a:pt x="1664231" y="0"/>
                </a:cubicBezTo>
                <a:close/>
                <a:moveTo>
                  <a:pt x="1802870" y="0"/>
                </a:moveTo>
                <a:lnTo>
                  <a:pt x="1828097" y="0"/>
                </a:lnTo>
                <a:cubicBezTo>
                  <a:pt x="1828097" y="398295"/>
                  <a:pt x="2151263" y="722347"/>
                  <a:pt x="2548583" y="722347"/>
                </a:cubicBezTo>
                <a:lnTo>
                  <a:pt x="2548583" y="747651"/>
                </a:lnTo>
                <a:lnTo>
                  <a:pt x="2548583" y="747778"/>
                </a:lnTo>
                <a:cubicBezTo>
                  <a:pt x="2137367" y="747778"/>
                  <a:pt x="1802870" y="412350"/>
                  <a:pt x="1802870" y="0"/>
                </a:cubicBezTo>
                <a:close/>
                <a:moveTo>
                  <a:pt x="1941642" y="0"/>
                </a:moveTo>
                <a:lnTo>
                  <a:pt x="1966877" y="0"/>
                </a:lnTo>
                <a:cubicBezTo>
                  <a:pt x="1966877" y="321626"/>
                  <a:pt x="2227847" y="583321"/>
                  <a:pt x="2548589" y="583321"/>
                </a:cubicBezTo>
                <a:lnTo>
                  <a:pt x="2548589" y="608622"/>
                </a:lnTo>
                <a:cubicBezTo>
                  <a:pt x="2213831" y="608622"/>
                  <a:pt x="1941642" y="335553"/>
                  <a:pt x="1941642" y="0"/>
                </a:cubicBezTo>
                <a:close/>
                <a:moveTo>
                  <a:pt x="2080281" y="0"/>
                </a:moveTo>
                <a:lnTo>
                  <a:pt x="2105508" y="0"/>
                </a:lnTo>
                <a:cubicBezTo>
                  <a:pt x="2105508" y="244957"/>
                  <a:pt x="2304298" y="444296"/>
                  <a:pt x="2548582" y="444296"/>
                </a:cubicBezTo>
                <a:lnTo>
                  <a:pt x="2548582" y="469597"/>
                </a:lnTo>
                <a:cubicBezTo>
                  <a:pt x="2290409" y="469597"/>
                  <a:pt x="2080281" y="258885"/>
                  <a:pt x="2080281" y="0"/>
                </a:cubicBezTo>
                <a:close/>
                <a:moveTo>
                  <a:pt x="2218926" y="0"/>
                </a:moveTo>
                <a:lnTo>
                  <a:pt x="2244153" y="0"/>
                </a:lnTo>
                <a:cubicBezTo>
                  <a:pt x="2244153" y="168288"/>
                  <a:pt x="2380629" y="305270"/>
                  <a:pt x="2548582" y="305270"/>
                </a:cubicBezTo>
                <a:lnTo>
                  <a:pt x="2548582" y="330570"/>
                </a:lnTo>
                <a:cubicBezTo>
                  <a:pt x="2366866" y="330570"/>
                  <a:pt x="2218926" y="182344"/>
                  <a:pt x="2218926" y="0"/>
                </a:cubicBezTo>
                <a:close/>
              </a:path>
            </a:pathLst>
          </a:custGeom>
          <a:solidFill>
            <a:schemeClr val="bg1"/>
          </a:solidFill>
          <a:ln w="7032" cap="flat">
            <a:noFill/>
            <a:prstDash val="solid"/>
            <a:miter/>
          </a:ln>
        </p:spPr>
        <p:txBody>
          <a:bodyPr rtlCol="0" anchor="ctr">
            <a:noAutofit/>
          </a:bodyPr>
          <a:lstStyle>
            <a:defPPr>
              <a:defRPr lang="fr-FR"/>
            </a:defPPr>
          </a:lstStyle>
          <a:p>
            <a:pPr rtl="0"/>
            <a:endParaRPr lang="fr-FR" dirty="0"/>
          </a:p>
        </p:txBody>
      </p:sp>
      <p:sp>
        <p:nvSpPr>
          <p:cNvPr id="29" name="Forme libre 70">
            <a:extLst>
              <a:ext uri="{FF2B5EF4-FFF2-40B4-BE49-F238E27FC236}">
                <a16:creationId xmlns:a16="http://schemas.microsoft.com/office/drawing/2014/main" id="{AA39EF58-54F1-4AC9-1D83-2E7DEEAAEA6A}"/>
              </a:ext>
              <a:ext uri="{C183D7F6-B498-43B3-948B-1728B52AA6E4}">
                <adec:decorative xmlns:adec="http://schemas.microsoft.com/office/drawing/2017/decorative" val="1"/>
              </a:ext>
            </a:extLst>
          </p:cNvPr>
          <p:cNvSpPr>
            <a:spLocks/>
          </p:cNvSpPr>
          <p:nvPr userDrawn="1"/>
        </p:nvSpPr>
        <p:spPr bwMode="auto">
          <a:xfrm rot="16200000" flipH="1">
            <a:off x="-9389"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2">
              <a:alpha val="50000"/>
            </a:schemeClr>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sp>
        <p:nvSpPr>
          <p:cNvPr id="31" name="Forme libre 70">
            <a:extLst>
              <a:ext uri="{FF2B5EF4-FFF2-40B4-BE49-F238E27FC236}">
                <a16:creationId xmlns:a16="http://schemas.microsoft.com/office/drawing/2014/main" id="{0C320934-59CC-4123-C7C1-FEEE89F3045F}"/>
              </a:ext>
              <a:ext uri="{C183D7F6-B498-43B3-948B-1728B52AA6E4}">
                <adec:decorative xmlns:adec="http://schemas.microsoft.com/office/drawing/2017/decorative" val="1"/>
              </a:ext>
            </a:extLst>
          </p:cNvPr>
          <p:cNvSpPr>
            <a:spLocks/>
          </p:cNvSpPr>
          <p:nvPr userDrawn="1"/>
        </p:nvSpPr>
        <p:spPr bwMode="auto">
          <a:xfrm flipH="1">
            <a:off x="-10617"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rtl="0"/>
            <a:endParaRPr lang="fr-FR" dirty="0"/>
          </a:p>
        </p:txBody>
      </p:sp>
      <p:sp>
        <p:nvSpPr>
          <p:cNvPr id="33" name="Image 4">
            <a:extLst>
              <a:ext uri="{FF2B5EF4-FFF2-40B4-BE49-F238E27FC236}">
                <a16:creationId xmlns:a16="http://schemas.microsoft.com/office/drawing/2014/main" id="{EC46DC71-C12A-96C8-3FE2-AA95AB58B349}"/>
              </a:ext>
              <a:ext uri="{C183D7F6-B498-43B3-948B-1728B52AA6E4}">
                <adec:decorative xmlns:adec="http://schemas.microsoft.com/office/drawing/2017/decorative" val="1"/>
              </a:ext>
            </a:extLst>
          </p:cNvPr>
          <p:cNvSpPr/>
          <p:nvPr/>
        </p:nvSpPr>
        <p:spPr>
          <a:xfrm>
            <a:off x="2543868" y="0"/>
            <a:ext cx="2560340" cy="2560340"/>
          </a:xfrm>
          <a:custGeom>
            <a:avLst/>
            <a:gdLst>
              <a:gd name="connsiteX0" fmla="*/ 0 w 2560340"/>
              <a:gd name="connsiteY0" fmla="*/ 2560340 h 2560340"/>
              <a:gd name="connsiteX1" fmla="*/ 2560340 w 2560340"/>
              <a:gd name="connsiteY1" fmla="*/ 0 h 2560340"/>
              <a:gd name="connsiteX2" fmla="*/ 0 w 2560340"/>
              <a:gd name="connsiteY2" fmla="*/ 0 h 2560340"/>
              <a:gd name="connsiteX3" fmla="*/ 0 w 2560340"/>
              <a:gd name="connsiteY3" fmla="*/ 2560340 h 2560340"/>
            </a:gdLst>
            <a:ahLst/>
            <a:cxnLst>
              <a:cxn ang="0">
                <a:pos x="connsiteX0" y="connsiteY0"/>
              </a:cxn>
              <a:cxn ang="0">
                <a:pos x="connsiteX1" y="connsiteY1"/>
              </a:cxn>
              <a:cxn ang="0">
                <a:pos x="connsiteX2" y="connsiteY2"/>
              </a:cxn>
              <a:cxn ang="0">
                <a:pos x="connsiteX3" y="connsiteY3"/>
              </a:cxn>
            </a:cxnLst>
            <a:rect l="l" t="t" r="r" b="b"/>
            <a:pathLst>
              <a:path w="2560340" h="2560340">
                <a:moveTo>
                  <a:pt x="0" y="2560340"/>
                </a:moveTo>
                <a:cubicBezTo>
                  <a:pt x="1414079" y="2560340"/>
                  <a:pt x="2560340" y="1414079"/>
                  <a:pt x="2560340" y="0"/>
                </a:cubicBezTo>
                <a:lnTo>
                  <a:pt x="0" y="0"/>
                </a:lnTo>
                <a:lnTo>
                  <a:pt x="0" y="2560340"/>
                </a:lnTo>
                <a:close/>
              </a:path>
            </a:pathLst>
          </a:custGeom>
          <a:solidFill>
            <a:schemeClr val="accent3">
              <a:lumMod val="40000"/>
              <a:lumOff val="60000"/>
              <a:alpha val="50000"/>
            </a:schemeClr>
          </a:solidFill>
          <a:ln w="7052" cap="flat">
            <a:noFill/>
            <a:prstDash val="solid"/>
            <a:miter/>
          </a:ln>
        </p:spPr>
        <p:txBody>
          <a:bodyPr rtlCol="0" anchor="ctr">
            <a:noAutofit/>
          </a:bodyPr>
          <a:lstStyle>
            <a:defPPr>
              <a:defRPr lang="fr-FR"/>
            </a:defPPr>
          </a:lstStyle>
          <a:p>
            <a:pPr rtl="0"/>
            <a:endParaRPr lang="fr-FR" dirty="0"/>
          </a:p>
        </p:txBody>
      </p:sp>
      <p:sp>
        <p:nvSpPr>
          <p:cNvPr id="2" name="Titre 1"/>
          <p:cNvSpPr>
            <a:spLocks noGrp="1"/>
          </p:cNvSpPr>
          <p:nvPr>
            <p:ph type="title" hasCustomPrompt="1"/>
          </p:nvPr>
        </p:nvSpPr>
        <p:spPr>
          <a:xfrm>
            <a:off x="3460565" y="1057274"/>
            <a:ext cx="7965461" cy="994164"/>
          </a:xfrm>
        </p:spPr>
        <p:txBody>
          <a:bodyPr lIns="91440" tIns="0" rIns="91440" bIns="0" rtlCol="0" anchor="b" anchorCtr="0">
            <a:noAutofit/>
          </a:bodyPr>
          <a:lstStyle>
            <a:lvl1pPr algn="l">
              <a:lnSpc>
                <a:spcPct val="100000"/>
              </a:lnSpc>
              <a:defRPr lang="fr-FR" sz="3600" b="1">
                <a:latin typeface="+mj-lt"/>
                <a:cs typeface="Arial" panose="020B0604020202020204" pitchFamily="34" charset="0"/>
              </a:defRPr>
            </a:lvl1pPr>
          </a:lstStyle>
          <a:p>
            <a:pPr rtl="0"/>
            <a:r>
              <a:rPr lang="fr-FR"/>
              <a:t>Cliquez pour ajouter un titre</a:t>
            </a:r>
          </a:p>
        </p:txBody>
      </p:sp>
      <p:sp>
        <p:nvSpPr>
          <p:cNvPr id="13" name="Espace réservé du contenu 3">
            <a:extLst>
              <a:ext uri="{FF2B5EF4-FFF2-40B4-BE49-F238E27FC236}">
                <a16:creationId xmlns:a16="http://schemas.microsoft.com/office/drawing/2014/main" id="{B20F5EA7-881C-8FB7-EAC9-89C8F2E5865C}"/>
              </a:ext>
            </a:extLst>
          </p:cNvPr>
          <p:cNvSpPr>
            <a:spLocks noGrp="1"/>
          </p:cNvSpPr>
          <p:nvPr>
            <p:ph sz="half" idx="2" hasCustomPrompt="1"/>
          </p:nvPr>
        </p:nvSpPr>
        <p:spPr>
          <a:xfrm>
            <a:off x="3460565" y="2303029"/>
            <a:ext cx="7965460" cy="3497698"/>
          </a:xfrm>
        </p:spPr>
        <p:txBody>
          <a:bodyPr lIns="91440" tIns="0" rIns="91440" bIns="0" rtlCol="0">
            <a:normAutofit/>
          </a:bodyPr>
          <a:lstStyle>
            <a:lvl1pPr>
              <a:spcBef>
                <a:spcPts val="1000"/>
              </a:spcBef>
              <a:defRPr lang="fr-FR" sz="1800"/>
            </a:lvl1pPr>
            <a:lvl2pPr>
              <a:spcBef>
                <a:spcPts val="1000"/>
              </a:spcBef>
              <a:defRPr lang="fr-FR" sz="1800"/>
            </a:lvl2pPr>
            <a:lvl3pPr>
              <a:spcBef>
                <a:spcPts val="1000"/>
              </a:spcBef>
              <a:defRPr lang="fr-FR" sz="1800"/>
            </a:lvl3pPr>
            <a:lvl4pPr>
              <a:spcBef>
                <a:spcPts val="1000"/>
              </a:spcBef>
              <a:defRPr lang="fr-FR" sz="1800"/>
            </a:lvl4pPr>
            <a:lvl5pPr>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18" name="Espace réservé du numéro de diapositive 2">
            <a:extLst>
              <a:ext uri="{FF2B5EF4-FFF2-40B4-BE49-F238E27FC236}">
                <a16:creationId xmlns:a16="http://schemas.microsoft.com/office/drawing/2014/main" id="{ED7A50D8-0839-EC58-FFBE-315A20995799}"/>
              </a:ext>
            </a:extLst>
          </p:cNvPr>
          <p:cNvSpPr>
            <a:spLocks noGrp="1"/>
          </p:cNvSpPr>
          <p:nvPr>
            <p:ph type="sldNum" sz="quarter" idx="10"/>
          </p:nvPr>
        </p:nvSpPr>
        <p:spPr>
          <a:xfrm>
            <a:off x="10358437" y="457199"/>
            <a:ext cx="1067589"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552850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mparaison 1">
    <p:spTree>
      <p:nvGrpSpPr>
        <p:cNvPr id="1" name=""/>
        <p:cNvGrpSpPr/>
        <p:nvPr/>
      </p:nvGrpSpPr>
      <p:grpSpPr>
        <a:xfrm>
          <a:off x="0" y="0"/>
          <a:ext cx="0" cy="0"/>
          <a:chOff x="0" y="0"/>
          <a:chExt cx="0" cy="0"/>
        </a:xfrm>
      </p:grpSpPr>
      <p:sp>
        <p:nvSpPr>
          <p:cNvPr id="20" name="Titre 19">
            <a:extLst>
              <a:ext uri="{FF2B5EF4-FFF2-40B4-BE49-F238E27FC236}">
                <a16:creationId xmlns:a16="http://schemas.microsoft.com/office/drawing/2014/main" id="{C26B5661-F583-FA44-8353-161B862E69B1}"/>
              </a:ext>
            </a:extLst>
          </p:cNvPr>
          <p:cNvSpPr>
            <a:spLocks noGrp="1"/>
          </p:cNvSpPr>
          <p:nvPr>
            <p:ph type="title" hasCustomPrompt="1"/>
          </p:nvPr>
        </p:nvSpPr>
        <p:spPr>
          <a:xfrm>
            <a:off x="4364809" y="1057274"/>
            <a:ext cx="7043617" cy="2520217"/>
          </a:xfrm>
        </p:spPr>
        <p:txBody>
          <a:bodyPr tIns="0" bIns="0" rtlCol="0">
            <a:noAutofit/>
          </a:bodyPr>
          <a:lstStyle>
            <a:lvl1pPr algn="l">
              <a:lnSpc>
                <a:spcPct val="100000"/>
              </a:lnSpc>
              <a:defRPr lang="fr-FR" sz="3600"/>
            </a:lvl1pPr>
          </a:lstStyle>
          <a:p>
            <a:pPr rtl="0"/>
            <a:r>
              <a:rPr lang="fr-FR"/>
              <a:t>Cliquez pour ajouter un titre</a:t>
            </a:r>
          </a:p>
        </p:txBody>
      </p:sp>
      <p:sp>
        <p:nvSpPr>
          <p:cNvPr id="11" name="Image 0">
            <a:extLst>
              <a:ext uri="{FF2B5EF4-FFF2-40B4-BE49-F238E27FC236}">
                <a16:creationId xmlns:a16="http://schemas.microsoft.com/office/drawing/2014/main" id="{CD2D664E-6702-6607-A37E-2E996144917C}"/>
              </a:ext>
              <a:ext uri="{C183D7F6-B498-43B3-948B-1728B52AA6E4}">
                <adec:decorative xmlns:adec="http://schemas.microsoft.com/office/drawing/2017/decorative" val="1"/>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defPPr>
              <a:defRPr lang="fr-FR"/>
            </a:defPPr>
          </a:lstStyle>
          <a:p>
            <a:pPr rtl="0"/>
            <a:endParaRPr lang="fr-FR" dirty="0"/>
          </a:p>
        </p:txBody>
      </p:sp>
      <p:pic>
        <p:nvPicPr>
          <p:cNvPr id="13" name="Image 1">
            <a:extLst>
              <a:ext uri="{FF2B5EF4-FFF2-40B4-BE49-F238E27FC236}">
                <a16:creationId xmlns:a16="http://schemas.microsoft.com/office/drawing/2014/main" id="{951C5737-DF7E-D671-AC74-9E488335BCA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1703311" y="-2784"/>
            <a:ext cx="1734410" cy="5167313"/>
          </a:xfrm>
          <a:prstGeom prst="rect">
            <a:avLst/>
          </a:prstGeom>
        </p:spPr>
      </p:pic>
      <p:sp>
        <p:nvSpPr>
          <p:cNvPr id="39" name="Freeform: Forme 38">
            <a:extLst>
              <a:ext uri="{FF2B5EF4-FFF2-40B4-BE49-F238E27FC236}">
                <a16:creationId xmlns:a16="http://schemas.microsoft.com/office/drawing/2014/main" id="{F232A1E1-DD38-15EA-6CA1-A84950EC43F0}"/>
              </a:ext>
              <a:ext uri="{C183D7F6-B498-43B3-948B-1728B52AA6E4}">
                <adec:decorative xmlns:adec="http://schemas.microsoft.com/office/drawing/2017/decorative" val="1"/>
              </a:ext>
            </a:extLst>
          </p:cNvPr>
          <p:cNvSpPr/>
          <p:nvPr/>
        </p:nvSpPr>
        <p:spPr>
          <a:xfrm>
            <a:off x="1721621" y="-2784"/>
            <a:ext cx="1716115" cy="1720853"/>
          </a:xfrm>
          <a:custGeom>
            <a:avLst/>
            <a:gdLst>
              <a:gd name="connsiteX0" fmla="*/ 93358 w 1716115"/>
              <a:gd name="connsiteY0" fmla="*/ 0 h 1720853"/>
              <a:gd name="connsiteX1" fmla="*/ 110348 w 1716115"/>
              <a:gd name="connsiteY1" fmla="*/ 0 h 1720853"/>
              <a:gd name="connsiteX2" fmla="*/ 1716029 w 1716115"/>
              <a:gd name="connsiteY2" fmla="*/ 1610112 h 1720853"/>
              <a:gd name="connsiteX3" fmla="*/ 1716029 w 1716115"/>
              <a:gd name="connsiteY3" fmla="*/ 1627151 h 1720853"/>
              <a:gd name="connsiteX4" fmla="*/ 1716115 w 1716115"/>
              <a:gd name="connsiteY4" fmla="*/ 1627237 h 1720853"/>
              <a:gd name="connsiteX5" fmla="*/ 93358 w 1716115"/>
              <a:gd name="connsiteY5" fmla="*/ 0 h 1720853"/>
              <a:gd name="connsiteX6" fmla="*/ 0 w 1716115"/>
              <a:gd name="connsiteY6" fmla="*/ 0 h 1720853"/>
              <a:gd name="connsiteX7" fmla="*/ 16989 w 1716115"/>
              <a:gd name="connsiteY7" fmla="*/ 0 h 1720853"/>
              <a:gd name="connsiteX8" fmla="*/ 1716114 w 1716115"/>
              <a:gd name="connsiteY8" fmla="*/ 1703814 h 1720853"/>
              <a:gd name="connsiteX9" fmla="*/ 1716114 w 1716115"/>
              <a:gd name="connsiteY9" fmla="*/ 1720853 h 1720853"/>
              <a:gd name="connsiteX10" fmla="*/ 0 w 1716115"/>
              <a:gd name="connsiteY10" fmla="*/ 0 h 1720853"/>
              <a:gd name="connsiteX11" fmla="*/ 186798 w 1716115"/>
              <a:gd name="connsiteY11" fmla="*/ 0 h 1720853"/>
              <a:gd name="connsiteX12" fmla="*/ 203788 w 1716115"/>
              <a:gd name="connsiteY12" fmla="*/ 0 h 1720853"/>
              <a:gd name="connsiteX13" fmla="*/ 1716109 w 1716115"/>
              <a:gd name="connsiteY13" fmla="*/ 1516501 h 1720853"/>
              <a:gd name="connsiteX14" fmla="*/ 1716109 w 1716115"/>
              <a:gd name="connsiteY14" fmla="*/ 1533535 h 1720853"/>
              <a:gd name="connsiteX15" fmla="*/ 186798 w 1716115"/>
              <a:gd name="connsiteY15" fmla="*/ 0 h 1720853"/>
              <a:gd name="connsiteX16" fmla="*/ 280155 w 1716115"/>
              <a:gd name="connsiteY16" fmla="*/ 0 h 1720853"/>
              <a:gd name="connsiteX17" fmla="*/ 297145 w 1716115"/>
              <a:gd name="connsiteY17" fmla="*/ 0 h 1720853"/>
              <a:gd name="connsiteX18" fmla="*/ 1716114 w 1716115"/>
              <a:gd name="connsiteY18" fmla="*/ 1422885 h 1720853"/>
              <a:gd name="connsiteX19" fmla="*/ 1716114 w 1716115"/>
              <a:gd name="connsiteY19" fmla="*/ 1439924 h 1720853"/>
              <a:gd name="connsiteX20" fmla="*/ 280155 w 1716115"/>
              <a:gd name="connsiteY20" fmla="*/ 0 h 1720853"/>
              <a:gd name="connsiteX21" fmla="*/ 373512 w 1716115"/>
              <a:gd name="connsiteY21" fmla="*/ 0 h 1720853"/>
              <a:gd name="connsiteX22" fmla="*/ 390502 w 1716115"/>
              <a:gd name="connsiteY22" fmla="*/ 0 h 1720853"/>
              <a:gd name="connsiteX23" fmla="*/ 1716029 w 1716115"/>
              <a:gd name="connsiteY23" fmla="*/ 1329184 h 1720853"/>
              <a:gd name="connsiteX24" fmla="*/ 1716029 w 1716115"/>
              <a:gd name="connsiteY24" fmla="*/ 1346223 h 1720853"/>
              <a:gd name="connsiteX25" fmla="*/ 1716114 w 1716115"/>
              <a:gd name="connsiteY25" fmla="*/ 1346308 h 1720853"/>
              <a:gd name="connsiteX26" fmla="*/ 373512 w 1716115"/>
              <a:gd name="connsiteY26" fmla="*/ 0 h 1720853"/>
              <a:gd name="connsiteX27" fmla="*/ 466953 w 1716115"/>
              <a:gd name="connsiteY27" fmla="*/ 0 h 1720853"/>
              <a:gd name="connsiteX28" fmla="*/ 483944 w 1716115"/>
              <a:gd name="connsiteY28" fmla="*/ 0 h 1720853"/>
              <a:gd name="connsiteX29" fmla="*/ 1716110 w 1716115"/>
              <a:gd name="connsiteY29" fmla="*/ 1235573 h 1720853"/>
              <a:gd name="connsiteX30" fmla="*/ 1716110 w 1716115"/>
              <a:gd name="connsiteY30" fmla="*/ 1252607 h 1720853"/>
              <a:gd name="connsiteX31" fmla="*/ 466953 w 1716115"/>
              <a:gd name="connsiteY31" fmla="*/ 0 h 1720853"/>
              <a:gd name="connsiteX32" fmla="*/ 560310 w 1716115"/>
              <a:gd name="connsiteY32" fmla="*/ 0 h 1720853"/>
              <a:gd name="connsiteX33" fmla="*/ 577297 w 1716115"/>
              <a:gd name="connsiteY33" fmla="*/ 0 h 1720853"/>
              <a:gd name="connsiteX34" fmla="*/ 1716109 w 1716115"/>
              <a:gd name="connsiteY34" fmla="*/ 1141957 h 1720853"/>
              <a:gd name="connsiteX35" fmla="*/ 1716109 w 1716115"/>
              <a:gd name="connsiteY35" fmla="*/ 1158991 h 1720853"/>
              <a:gd name="connsiteX36" fmla="*/ 560310 w 1716115"/>
              <a:gd name="connsiteY36" fmla="*/ 0 h 1720853"/>
              <a:gd name="connsiteX37" fmla="*/ 653668 w 1716115"/>
              <a:gd name="connsiteY37" fmla="*/ 0 h 1720853"/>
              <a:gd name="connsiteX38" fmla="*/ 670655 w 1716115"/>
              <a:gd name="connsiteY38" fmla="*/ 0 h 1720853"/>
              <a:gd name="connsiteX39" fmla="*/ 1716029 w 1716115"/>
              <a:gd name="connsiteY39" fmla="*/ 1048255 h 1720853"/>
              <a:gd name="connsiteX40" fmla="*/ 1716029 w 1716115"/>
              <a:gd name="connsiteY40" fmla="*/ 1065294 h 1720853"/>
              <a:gd name="connsiteX41" fmla="*/ 1716114 w 1716115"/>
              <a:gd name="connsiteY41" fmla="*/ 1065380 h 1720853"/>
              <a:gd name="connsiteX42" fmla="*/ 653668 w 1716115"/>
              <a:gd name="connsiteY42" fmla="*/ 0 h 1720853"/>
              <a:gd name="connsiteX43" fmla="*/ 747112 w 1716115"/>
              <a:gd name="connsiteY43" fmla="*/ 0 h 1720853"/>
              <a:gd name="connsiteX44" fmla="*/ 764104 w 1716115"/>
              <a:gd name="connsiteY44" fmla="*/ 0 h 1720853"/>
              <a:gd name="connsiteX45" fmla="*/ 1716115 w 1716115"/>
              <a:gd name="connsiteY45" fmla="*/ 954644 h 1720853"/>
              <a:gd name="connsiteX46" fmla="*/ 1716115 w 1716115"/>
              <a:gd name="connsiteY46" fmla="*/ 971678 h 1720853"/>
              <a:gd name="connsiteX47" fmla="*/ 747112 w 1716115"/>
              <a:gd name="connsiteY47" fmla="*/ 0 h 1720853"/>
              <a:gd name="connsiteX48" fmla="*/ 840465 w 1716115"/>
              <a:gd name="connsiteY48" fmla="*/ 0 h 1720853"/>
              <a:gd name="connsiteX49" fmla="*/ 857452 w 1716115"/>
              <a:gd name="connsiteY49" fmla="*/ 0 h 1720853"/>
              <a:gd name="connsiteX50" fmla="*/ 1716109 w 1716115"/>
              <a:gd name="connsiteY50" fmla="*/ 861028 h 1720853"/>
              <a:gd name="connsiteX51" fmla="*/ 1716109 w 1716115"/>
              <a:gd name="connsiteY51" fmla="*/ 878062 h 1720853"/>
              <a:gd name="connsiteX52" fmla="*/ 840465 w 1716115"/>
              <a:gd name="connsiteY52" fmla="*/ 0 h 1720853"/>
              <a:gd name="connsiteX53" fmla="*/ 933823 w 1716115"/>
              <a:gd name="connsiteY53" fmla="*/ 0 h 1720853"/>
              <a:gd name="connsiteX54" fmla="*/ 950810 w 1716115"/>
              <a:gd name="connsiteY54" fmla="*/ 0 h 1720853"/>
              <a:gd name="connsiteX55" fmla="*/ 1716114 w 1716115"/>
              <a:gd name="connsiteY55" fmla="*/ 767327 h 1720853"/>
              <a:gd name="connsiteX56" fmla="*/ 1716114 w 1716115"/>
              <a:gd name="connsiteY56" fmla="*/ 784366 h 1720853"/>
              <a:gd name="connsiteX57" fmla="*/ 1716114 w 1716115"/>
              <a:gd name="connsiteY57" fmla="*/ 784451 h 1720853"/>
              <a:gd name="connsiteX58" fmla="*/ 933823 w 1716115"/>
              <a:gd name="connsiteY58" fmla="*/ 0 h 1720853"/>
              <a:gd name="connsiteX59" fmla="*/ 1027262 w 1716115"/>
              <a:gd name="connsiteY59" fmla="*/ 0 h 1720853"/>
              <a:gd name="connsiteX60" fmla="*/ 1044254 w 1716115"/>
              <a:gd name="connsiteY60" fmla="*/ 0 h 1720853"/>
              <a:gd name="connsiteX61" fmla="*/ 1716110 w 1716115"/>
              <a:gd name="connsiteY61" fmla="*/ 673716 h 1720853"/>
              <a:gd name="connsiteX62" fmla="*/ 1716110 w 1716115"/>
              <a:gd name="connsiteY62" fmla="*/ 690750 h 1720853"/>
              <a:gd name="connsiteX63" fmla="*/ 1027262 w 1716115"/>
              <a:gd name="connsiteY63" fmla="*/ 0 h 1720853"/>
              <a:gd name="connsiteX64" fmla="*/ 1120625 w 1716115"/>
              <a:gd name="connsiteY64" fmla="*/ 0 h 1720853"/>
              <a:gd name="connsiteX65" fmla="*/ 1137612 w 1716115"/>
              <a:gd name="connsiteY65" fmla="*/ 0 h 1720853"/>
              <a:gd name="connsiteX66" fmla="*/ 1716115 w 1716115"/>
              <a:gd name="connsiteY66" fmla="*/ 580100 h 1720853"/>
              <a:gd name="connsiteX67" fmla="*/ 1716115 w 1716115"/>
              <a:gd name="connsiteY67" fmla="*/ 597134 h 1720853"/>
              <a:gd name="connsiteX68" fmla="*/ 1120625 w 1716115"/>
              <a:gd name="connsiteY68" fmla="*/ 0 h 1720853"/>
              <a:gd name="connsiteX69" fmla="*/ 1213978 w 1716115"/>
              <a:gd name="connsiteY69" fmla="*/ 0 h 1720853"/>
              <a:gd name="connsiteX70" fmla="*/ 1230965 w 1716115"/>
              <a:gd name="connsiteY70" fmla="*/ 0 h 1720853"/>
              <a:gd name="connsiteX71" fmla="*/ 1716109 w 1716115"/>
              <a:gd name="connsiteY71" fmla="*/ 486398 h 1720853"/>
              <a:gd name="connsiteX72" fmla="*/ 1716109 w 1716115"/>
              <a:gd name="connsiteY72" fmla="*/ 503437 h 1720853"/>
              <a:gd name="connsiteX73" fmla="*/ 1716109 w 1716115"/>
              <a:gd name="connsiteY73" fmla="*/ 503523 h 1720853"/>
              <a:gd name="connsiteX74" fmla="*/ 1213978 w 1716115"/>
              <a:gd name="connsiteY74" fmla="*/ 0 h 1720853"/>
              <a:gd name="connsiteX75" fmla="*/ 1307422 w 1716115"/>
              <a:gd name="connsiteY75" fmla="*/ 0 h 1720853"/>
              <a:gd name="connsiteX76" fmla="*/ 1324414 w 1716115"/>
              <a:gd name="connsiteY76" fmla="*/ 0 h 1720853"/>
              <a:gd name="connsiteX77" fmla="*/ 1716115 w 1716115"/>
              <a:gd name="connsiteY77" fmla="*/ 392784 h 1720853"/>
              <a:gd name="connsiteX78" fmla="*/ 1716115 w 1716115"/>
              <a:gd name="connsiteY78" fmla="*/ 409821 h 1720853"/>
              <a:gd name="connsiteX79" fmla="*/ 1307422 w 1716115"/>
              <a:gd name="connsiteY79" fmla="*/ 0 h 1720853"/>
              <a:gd name="connsiteX80" fmla="*/ 1400775 w 1716115"/>
              <a:gd name="connsiteY80" fmla="*/ 0 h 1720853"/>
              <a:gd name="connsiteX81" fmla="*/ 1417762 w 1716115"/>
              <a:gd name="connsiteY81" fmla="*/ 0 h 1720853"/>
              <a:gd name="connsiteX82" fmla="*/ 1716109 w 1716115"/>
              <a:gd name="connsiteY82" fmla="*/ 299170 h 1720853"/>
              <a:gd name="connsiteX83" fmla="*/ 1716109 w 1716115"/>
              <a:gd name="connsiteY83" fmla="*/ 316207 h 1720853"/>
              <a:gd name="connsiteX84" fmla="*/ 1400775 w 1716115"/>
              <a:gd name="connsiteY84" fmla="*/ 0 h 1720853"/>
              <a:gd name="connsiteX85" fmla="*/ 1494133 w 1716115"/>
              <a:gd name="connsiteY85" fmla="*/ 0 h 1720853"/>
              <a:gd name="connsiteX86" fmla="*/ 1511120 w 1716115"/>
              <a:gd name="connsiteY86" fmla="*/ 0 h 1720853"/>
              <a:gd name="connsiteX87" fmla="*/ 1716109 w 1716115"/>
              <a:gd name="connsiteY87" fmla="*/ 205556 h 1720853"/>
              <a:gd name="connsiteX88" fmla="*/ 1716109 w 1716115"/>
              <a:gd name="connsiteY88" fmla="*/ 222592 h 1720853"/>
              <a:gd name="connsiteX89" fmla="*/ 1494133 w 1716115"/>
              <a:gd name="connsiteY89" fmla="*/ 0 h 1720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716115" h="1720853">
                <a:moveTo>
                  <a:pt x="93358" y="0"/>
                </a:moveTo>
                <a:lnTo>
                  <a:pt x="110348" y="0"/>
                </a:lnTo>
                <a:cubicBezTo>
                  <a:pt x="110348" y="887874"/>
                  <a:pt x="830686" y="1610112"/>
                  <a:pt x="1716029" y="1610112"/>
                </a:cubicBezTo>
                <a:lnTo>
                  <a:pt x="1716029" y="1627151"/>
                </a:lnTo>
                <a:lnTo>
                  <a:pt x="1716115" y="1627237"/>
                </a:lnTo>
                <a:cubicBezTo>
                  <a:pt x="821334" y="1627237"/>
                  <a:pt x="93358" y="897252"/>
                  <a:pt x="93358" y="0"/>
                </a:cubicBezTo>
                <a:close/>
                <a:moveTo>
                  <a:pt x="0" y="0"/>
                </a:moveTo>
                <a:lnTo>
                  <a:pt x="16989" y="0"/>
                </a:lnTo>
                <a:cubicBezTo>
                  <a:pt x="16989" y="939499"/>
                  <a:pt x="779202" y="1703814"/>
                  <a:pt x="1716114" y="1703814"/>
                </a:cubicBezTo>
                <a:lnTo>
                  <a:pt x="1716114" y="1720853"/>
                </a:lnTo>
                <a:cubicBezTo>
                  <a:pt x="769850" y="1720853"/>
                  <a:pt x="0" y="948877"/>
                  <a:pt x="0" y="0"/>
                </a:cubicBezTo>
                <a:close/>
                <a:moveTo>
                  <a:pt x="186798" y="0"/>
                </a:moveTo>
                <a:lnTo>
                  <a:pt x="203788" y="0"/>
                </a:lnTo>
                <a:cubicBezTo>
                  <a:pt x="203788" y="836248"/>
                  <a:pt x="882254" y="1516501"/>
                  <a:pt x="1716109" y="1516501"/>
                </a:cubicBezTo>
                <a:lnTo>
                  <a:pt x="1716109" y="1533535"/>
                </a:lnTo>
                <a:cubicBezTo>
                  <a:pt x="872812" y="1533535"/>
                  <a:pt x="186798" y="845626"/>
                  <a:pt x="186798" y="0"/>
                </a:cubicBezTo>
                <a:close/>
                <a:moveTo>
                  <a:pt x="280155" y="0"/>
                </a:moveTo>
                <a:lnTo>
                  <a:pt x="297145" y="0"/>
                </a:lnTo>
                <a:cubicBezTo>
                  <a:pt x="297145" y="784537"/>
                  <a:pt x="933652" y="1422885"/>
                  <a:pt x="1716114" y="1422885"/>
                </a:cubicBezTo>
                <a:lnTo>
                  <a:pt x="1716114" y="1439924"/>
                </a:lnTo>
                <a:cubicBezTo>
                  <a:pt x="924300" y="1439924"/>
                  <a:pt x="280155" y="794001"/>
                  <a:pt x="280155" y="0"/>
                </a:cubicBezTo>
                <a:close/>
                <a:moveTo>
                  <a:pt x="373512" y="0"/>
                </a:moveTo>
                <a:lnTo>
                  <a:pt x="390502" y="0"/>
                </a:lnTo>
                <a:cubicBezTo>
                  <a:pt x="390502" y="732911"/>
                  <a:pt x="985135" y="1329184"/>
                  <a:pt x="1716029" y="1329184"/>
                </a:cubicBezTo>
                <a:lnTo>
                  <a:pt x="1716029" y="1346223"/>
                </a:lnTo>
                <a:lnTo>
                  <a:pt x="1716114" y="1346308"/>
                </a:lnTo>
                <a:cubicBezTo>
                  <a:pt x="975783" y="1346308"/>
                  <a:pt x="373512" y="742375"/>
                  <a:pt x="373512" y="0"/>
                </a:cubicBezTo>
                <a:close/>
                <a:moveTo>
                  <a:pt x="466953" y="0"/>
                </a:moveTo>
                <a:lnTo>
                  <a:pt x="483944" y="0"/>
                </a:lnTo>
                <a:cubicBezTo>
                  <a:pt x="483944" y="681286"/>
                  <a:pt x="1036704" y="1235573"/>
                  <a:pt x="1716110" y="1235573"/>
                </a:cubicBezTo>
                <a:lnTo>
                  <a:pt x="1716110" y="1252607"/>
                </a:lnTo>
                <a:cubicBezTo>
                  <a:pt x="1027347" y="1252607"/>
                  <a:pt x="466953" y="690664"/>
                  <a:pt x="466953" y="0"/>
                </a:cubicBezTo>
                <a:close/>
                <a:moveTo>
                  <a:pt x="560310" y="0"/>
                </a:moveTo>
                <a:lnTo>
                  <a:pt x="577297" y="0"/>
                </a:lnTo>
                <a:cubicBezTo>
                  <a:pt x="577297" y="629660"/>
                  <a:pt x="1088188" y="1141957"/>
                  <a:pt x="1716109" y="1141957"/>
                </a:cubicBezTo>
                <a:lnTo>
                  <a:pt x="1716109" y="1158991"/>
                </a:lnTo>
                <a:cubicBezTo>
                  <a:pt x="1078835" y="1158991"/>
                  <a:pt x="560310" y="639038"/>
                  <a:pt x="560310" y="0"/>
                </a:cubicBezTo>
                <a:close/>
                <a:moveTo>
                  <a:pt x="653668" y="0"/>
                </a:moveTo>
                <a:lnTo>
                  <a:pt x="670655" y="0"/>
                </a:lnTo>
                <a:cubicBezTo>
                  <a:pt x="670655" y="578035"/>
                  <a:pt x="1139586" y="1048255"/>
                  <a:pt x="1716029" y="1048255"/>
                </a:cubicBezTo>
                <a:lnTo>
                  <a:pt x="1716029" y="1065294"/>
                </a:lnTo>
                <a:lnTo>
                  <a:pt x="1716114" y="1065380"/>
                </a:lnTo>
                <a:cubicBezTo>
                  <a:pt x="1130319" y="1065380"/>
                  <a:pt x="653668" y="587499"/>
                  <a:pt x="653668" y="0"/>
                </a:cubicBezTo>
                <a:close/>
                <a:moveTo>
                  <a:pt x="747112" y="0"/>
                </a:moveTo>
                <a:lnTo>
                  <a:pt x="764104" y="0"/>
                </a:lnTo>
                <a:cubicBezTo>
                  <a:pt x="764104" y="526409"/>
                  <a:pt x="1191155" y="954644"/>
                  <a:pt x="1716115" y="954644"/>
                </a:cubicBezTo>
                <a:lnTo>
                  <a:pt x="1716115" y="971678"/>
                </a:lnTo>
                <a:cubicBezTo>
                  <a:pt x="1181802" y="971678"/>
                  <a:pt x="747112" y="535787"/>
                  <a:pt x="747112" y="0"/>
                </a:cubicBezTo>
                <a:close/>
                <a:moveTo>
                  <a:pt x="840465" y="0"/>
                </a:moveTo>
                <a:lnTo>
                  <a:pt x="857452" y="0"/>
                </a:lnTo>
                <a:cubicBezTo>
                  <a:pt x="857452" y="474783"/>
                  <a:pt x="1242638" y="861028"/>
                  <a:pt x="1716109" y="861028"/>
                </a:cubicBezTo>
                <a:lnTo>
                  <a:pt x="1716109" y="878062"/>
                </a:lnTo>
                <a:cubicBezTo>
                  <a:pt x="1233281" y="878062"/>
                  <a:pt x="840465" y="484162"/>
                  <a:pt x="840465" y="0"/>
                </a:cubicBezTo>
                <a:close/>
                <a:moveTo>
                  <a:pt x="933823" y="0"/>
                </a:moveTo>
                <a:lnTo>
                  <a:pt x="950810" y="0"/>
                </a:lnTo>
                <a:cubicBezTo>
                  <a:pt x="950810" y="423157"/>
                  <a:pt x="1294121" y="767327"/>
                  <a:pt x="1716114" y="767327"/>
                </a:cubicBezTo>
                <a:lnTo>
                  <a:pt x="1716114" y="784366"/>
                </a:lnTo>
                <a:lnTo>
                  <a:pt x="1716114" y="784451"/>
                </a:lnTo>
                <a:cubicBezTo>
                  <a:pt x="1284769" y="784451"/>
                  <a:pt x="933823" y="432536"/>
                  <a:pt x="933823" y="0"/>
                </a:cubicBezTo>
                <a:close/>
                <a:moveTo>
                  <a:pt x="1027262" y="0"/>
                </a:moveTo>
                <a:lnTo>
                  <a:pt x="1044254" y="0"/>
                </a:lnTo>
                <a:cubicBezTo>
                  <a:pt x="1044254" y="371532"/>
                  <a:pt x="1345685" y="673716"/>
                  <a:pt x="1716110" y="673716"/>
                </a:cubicBezTo>
                <a:lnTo>
                  <a:pt x="1716110" y="690750"/>
                </a:lnTo>
                <a:cubicBezTo>
                  <a:pt x="1336248" y="690750"/>
                  <a:pt x="1027262" y="380824"/>
                  <a:pt x="1027262" y="0"/>
                </a:cubicBezTo>
                <a:close/>
                <a:moveTo>
                  <a:pt x="1120625" y="0"/>
                </a:moveTo>
                <a:lnTo>
                  <a:pt x="1137612" y="0"/>
                </a:lnTo>
                <a:cubicBezTo>
                  <a:pt x="1137612" y="319820"/>
                  <a:pt x="1397088" y="580100"/>
                  <a:pt x="1716115" y="580100"/>
                </a:cubicBezTo>
                <a:lnTo>
                  <a:pt x="1716115" y="597134"/>
                </a:lnTo>
                <a:cubicBezTo>
                  <a:pt x="1387736" y="597134"/>
                  <a:pt x="1120625" y="329285"/>
                  <a:pt x="1120625" y="0"/>
                </a:cubicBezTo>
                <a:close/>
                <a:moveTo>
                  <a:pt x="1213978" y="0"/>
                </a:moveTo>
                <a:lnTo>
                  <a:pt x="1230965" y="0"/>
                </a:lnTo>
                <a:cubicBezTo>
                  <a:pt x="1230965" y="268195"/>
                  <a:pt x="1448571" y="486398"/>
                  <a:pt x="1716109" y="486398"/>
                </a:cubicBezTo>
                <a:lnTo>
                  <a:pt x="1716109" y="503437"/>
                </a:lnTo>
                <a:lnTo>
                  <a:pt x="1716109" y="503523"/>
                </a:lnTo>
                <a:cubicBezTo>
                  <a:pt x="1439214" y="503523"/>
                  <a:pt x="1213978" y="277659"/>
                  <a:pt x="1213978" y="0"/>
                </a:cubicBezTo>
                <a:close/>
                <a:moveTo>
                  <a:pt x="1307422" y="0"/>
                </a:moveTo>
                <a:lnTo>
                  <a:pt x="1324414" y="0"/>
                </a:lnTo>
                <a:cubicBezTo>
                  <a:pt x="1324414" y="216569"/>
                  <a:pt x="1500141" y="392784"/>
                  <a:pt x="1716115" y="392784"/>
                </a:cubicBezTo>
                <a:lnTo>
                  <a:pt x="1716115" y="409821"/>
                </a:lnTo>
                <a:cubicBezTo>
                  <a:pt x="1490703" y="409821"/>
                  <a:pt x="1307422" y="225948"/>
                  <a:pt x="1307422" y="0"/>
                </a:cubicBezTo>
                <a:close/>
                <a:moveTo>
                  <a:pt x="1400775" y="0"/>
                </a:moveTo>
                <a:lnTo>
                  <a:pt x="1417762" y="0"/>
                </a:lnTo>
                <a:cubicBezTo>
                  <a:pt x="1417762" y="164944"/>
                  <a:pt x="1551619" y="299170"/>
                  <a:pt x="1716109" y="299170"/>
                </a:cubicBezTo>
                <a:lnTo>
                  <a:pt x="1716109" y="316207"/>
                </a:lnTo>
                <a:cubicBezTo>
                  <a:pt x="1542266" y="316207"/>
                  <a:pt x="1400775" y="174322"/>
                  <a:pt x="1400775" y="0"/>
                </a:cubicBezTo>
                <a:close/>
                <a:moveTo>
                  <a:pt x="1494133" y="0"/>
                </a:moveTo>
                <a:lnTo>
                  <a:pt x="1511120" y="0"/>
                </a:lnTo>
                <a:cubicBezTo>
                  <a:pt x="1511120" y="113318"/>
                  <a:pt x="1603017" y="205556"/>
                  <a:pt x="1716109" y="205556"/>
                </a:cubicBezTo>
                <a:lnTo>
                  <a:pt x="1716109" y="222592"/>
                </a:lnTo>
                <a:cubicBezTo>
                  <a:pt x="1593750" y="222592"/>
                  <a:pt x="1494133" y="122783"/>
                  <a:pt x="1494133" y="0"/>
                </a:cubicBezTo>
                <a:close/>
              </a:path>
            </a:pathLst>
          </a:custGeom>
          <a:solidFill>
            <a:schemeClr val="bg1">
              <a:alpha val="99000"/>
            </a:schemeClr>
          </a:solidFill>
          <a:ln w="4723" cap="flat">
            <a:noFill/>
            <a:prstDash val="solid"/>
            <a:miter/>
          </a:ln>
        </p:spPr>
        <p:txBody>
          <a:bodyPr rtlCol="0" anchor="ctr"/>
          <a:lstStyle>
            <a:defPPr>
              <a:defRPr lang="fr-FR"/>
            </a:defPPr>
          </a:lstStyle>
          <a:p>
            <a:pPr rtl="0"/>
            <a:endParaRPr lang="fr-FR" dirty="0"/>
          </a:p>
        </p:txBody>
      </p:sp>
      <p:sp>
        <p:nvSpPr>
          <p:cNvPr id="17" name="Image 5">
            <a:extLst>
              <a:ext uri="{FF2B5EF4-FFF2-40B4-BE49-F238E27FC236}">
                <a16:creationId xmlns:a16="http://schemas.microsoft.com/office/drawing/2014/main" id="{B9036D42-A06F-E6EE-BB91-8BAF045198BE}"/>
              </a:ext>
              <a:ext uri="{C183D7F6-B498-43B3-948B-1728B52AA6E4}">
                <adec:decorative xmlns:adec="http://schemas.microsoft.com/office/drawing/2017/decorative" val="1"/>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defPPr>
              <a:defRPr lang="fr-FR"/>
            </a:defPPr>
          </a:lstStyle>
          <a:p>
            <a:pPr rtl="0"/>
            <a:endParaRPr lang="fr-FR" dirty="0"/>
          </a:p>
        </p:txBody>
      </p:sp>
      <p:pic>
        <p:nvPicPr>
          <p:cNvPr id="19" name="Image 6">
            <a:extLst>
              <a:ext uri="{FF2B5EF4-FFF2-40B4-BE49-F238E27FC236}">
                <a16:creationId xmlns:a16="http://schemas.microsoft.com/office/drawing/2014/main" id="{86E0540C-3355-A50D-AC61-047B54B70C64}"/>
              </a:ext>
              <a:ext uri="{C183D7F6-B498-43B3-948B-1728B52AA6E4}">
                <adec:decorative xmlns:adec="http://schemas.microsoft.com/office/drawing/2017/decorative" val="1"/>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1718457" y="3440504"/>
            <a:ext cx="1719263" cy="1724025"/>
          </a:xfrm>
          <a:prstGeom prst="rect">
            <a:avLst/>
          </a:prstGeom>
        </p:spPr>
      </p:pic>
      <p:sp>
        <p:nvSpPr>
          <p:cNvPr id="16" name="Espace réservé du numéro de diapositive 2">
            <a:extLst>
              <a:ext uri="{FF2B5EF4-FFF2-40B4-BE49-F238E27FC236}">
                <a16:creationId xmlns:a16="http://schemas.microsoft.com/office/drawing/2014/main" id="{B00F713C-1CC6-5879-0410-95F179D56AD2}"/>
              </a:ext>
            </a:extLst>
          </p:cNvPr>
          <p:cNvSpPr>
            <a:spLocks noGrp="1"/>
          </p:cNvSpPr>
          <p:nvPr>
            <p:ph type="sldNum" sz="quarter" idx="10"/>
          </p:nvPr>
        </p:nvSpPr>
        <p:spPr>
          <a:xfrm>
            <a:off x="10438475" y="457199"/>
            <a:ext cx="987552"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
        <p:nvSpPr>
          <p:cNvPr id="2" name="Espace réservé du contenu 2">
            <a:extLst>
              <a:ext uri="{FF2B5EF4-FFF2-40B4-BE49-F238E27FC236}">
                <a16:creationId xmlns:a16="http://schemas.microsoft.com/office/drawing/2014/main" id="{8E40D3F2-4A7A-F909-AC98-0B402B26776E}"/>
              </a:ext>
            </a:extLst>
          </p:cNvPr>
          <p:cNvSpPr>
            <a:spLocks noGrp="1"/>
          </p:cNvSpPr>
          <p:nvPr>
            <p:ph idx="11" hasCustomPrompt="1"/>
          </p:nvPr>
        </p:nvSpPr>
        <p:spPr>
          <a:xfrm>
            <a:off x="4364808" y="3808750"/>
            <a:ext cx="7043618" cy="2233233"/>
          </a:xfrm>
        </p:spPr>
        <p:txBody>
          <a:bodyPr lIns="91440" tIns="0" rIns="91440" bIns="0" rtlCol="0">
            <a:normAutofit/>
          </a:bodyPr>
          <a:lstStyle>
            <a:lvl1pPr marL="0" indent="0">
              <a:lnSpc>
                <a:spcPct val="100000"/>
              </a:lnSpc>
              <a:spcBef>
                <a:spcPts val="0"/>
              </a:spcBef>
              <a:buNone/>
              <a:defRPr lang="fr-FR" sz="2400"/>
            </a:lvl1pPr>
            <a:lvl2pPr marL="347472">
              <a:lnSpc>
                <a:spcPct val="100000"/>
              </a:lnSpc>
              <a:spcBef>
                <a:spcPts val="0"/>
              </a:spcBef>
              <a:defRPr lang="fr-FR" sz="2400"/>
            </a:lvl2pPr>
            <a:lvl3pPr marL="685800">
              <a:lnSpc>
                <a:spcPct val="100000"/>
              </a:lnSpc>
              <a:spcBef>
                <a:spcPts val="0"/>
              </a:spcBef>
              <a:defRPr lang="fr-FR" sz="2400"/>
            </a:lvl3pPr>
          </a:lstStyle>
          <a:p>
            <a:pPr lvl="0" rtl="0"/>
            <a:r>
              <a:rPr lang="fr-FR"/>
              <a:t>Cliquer pour ajouter du texte</a:t>
            </a:r>
          </a:p>
          <a:p>
            <a:pPr lvl="1" rtl="0"/>
            <a:r>
              <a:rPr lang="fr-FR"/>
              <a:t>Deuxième niveau</a:t>
            </a:r>
          </a:p>
          <a:p>
            <a:pPr lvl="2" rtl="0"/>
            <a:r>
              <a:rPr lang="fr-FR"/>
              <a:t>Troisième niveau</a:t>
            </a:r>
          </a:p>
        </p:txBody>
      </p:sp>
    </p:spTree>
    <p:extLst>
      <p:ext uri="{BB962C8B-B14F-4D97-AF65-F5344CB8AC3E}">
        <p14:creationId xmlns:p14="http://schemas.microsoft.com/office/powerpoint/2010/main" val="3116296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aison 4">
    <p:spTree>
      <p:nvGrpSpPr>
        <p:cNvPr id="1" name=""/>
        <p:cNvGrpSpPr/>
        <p:nvPr/>
      </p:nvGrpSpPr>
      <p:grpSpPr>
        <a:xfrm>
          <a:off x="0" y="0"/>
          <a:ext cx="0" cy="0"/>
          <a:chOff x="0" y="0"/>
          <a:chExt cx="0" cy="0"/>
        </a:xfrm>
      </p:grpSpPr>
      <p:sp>
        <p:nvSpPr>
          <p:cNvPr id="27" name="Forme libre 26">
            <a:extLst>
              <a:ext uri="{FF2B5EF4-FFF2-40B4-BE49-F238E27FC236}">
                <a16:creationId xmlns:a16="http://schemas.microsoft.com/office/drawing/2014/main" id="{3C7B0BB3-A5CA-7C72-DC39-AD00EC90964C}"/>
              </a:ext>
              <a:ext uri="{C183D7F6-B498-43B3-948B-1728B52AA6E4}">
                <adec:decorative xmlns:adec="http://schemas.microsoft.com/office/drawing/2017/decorative" val="1"/>
              </a:ext>
            </a:extLst>
          </p:cNvPr>
          <p:cNvSpPr/>
          <p:nvPr userDrawn="1"/>
        </p:nvSpPr>
        <p:spPr>
          <a:xfrm>
            <a:off x="8989454" y="3427336"/>
            <a:ext cx="3202546" cy="3430665"/>
          </a:xfrm>
          <a:custGeom>
            <a:avLst/>
            <a:gdLst>
              <a:gd name="connsiteX0" fmla="*/ 0 w 3202546"/>
              <a:gd name="connsiteY0" fmla="*/ 0 h 3430665"/>
              <a:gd name="connsiteX1" fmla="*/ 3202546 w 3202546"/>
              <a:gd name="connsiteY1" fmla="*/ 0 h 3430665"/>
              <a:gd name="connsiteX2" fmla="*/ 3202546 w 3202546"/>
              <a:gd name="connsiteY2" fmla="*/ 3430665 h 3430665"/>
              <a:gd name="connsiteX3" fmla="*/ 0 w 3202546"/>
              <a:gd name="connsiteY3" fmla="*/ 3430665 h 3430665"/>
            </a:gdLst>
            <a:ahLst/>
            <a:cxnLst>
              <a:cxn ang="0">
                <a:pos x="connsiteX0" y="connsiteY0"/>
              </a:cxn>
              <a:cxn ang="0">
                <a:pos x="connsiteX1" y="connsiteY1"/>
              </a:cxn>
              <a:cxn ang="0">
                <a:pos x="connsiteX2" y="connsiteY2"/>
              </a:cxn>
              <a:cxn ang="0">
                <a:pos x="connsiteX3" y="connsiteY3"/>
              </a:cxn>
            </a:cxnLst>
            <a:rect l="l" t="t" r="r" b="b"/>
            <a:pathLst>
              <a:path w="3202546" h="3430665">
                <a:moveTo>
                  <a:pt x="0" y="0"/>
                </a:moveTo>
                <a:lnTo>
                  <a:pt x="3202546" y="0"/>
                </a:lnTo>
                <a:lnTo>
                  <a:pt x="3202546" y="3430665"/>
                </a:lnTo>
                <a:lnTo>
                  <a:pt x="0" y="3430665"/>
                </a:lnTo>
                <a:close/>
              </a:path>
            </a:pathLst>
          </a:custGeom>
          <a:solidFill>
            <a:schemeClr val="accent3"/>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18" name="Forme libre 17">
            <a:extLst>
              <a:ext uri="{FF2B5EF4-FFF2-40B4-BE49-F238E27FC236}">
                <a16:creationId xmlns:a16="http://schemas.microsoft.com/office/drawing/2014/main" id="{07871527-68A5-0A5C-F5A6-A80523BAC92F}"/>
              </a:ext>
              <a:ext uri="{C183D7F6-B498-43B3-948B-1728B52AA6E4}">
                <adec:decorative xmlns:adec="http://schemas.microsoft.com/office/drawing/2017/decorative" val="1"/>
              </a:ext>
            </a:extLst>
          </p:cNvPr>
          <p:cNvSpPr/>
          <p:nvPr userDrawn="1"/>
        </p:nvSpPr>
        <p:spPr>
          <a:xfrm>
            <a:off x="8989454" y="3654149"/>
            <a:ext cx="3202546" cy="3203852"/>
          </a:xfrm>
          <a:custGeom>
            <a:avLst/>
            <a:gdLst>
              <a:gd name="connsiteX0" fmla="*/ 3202546 w 3202546"/>
              <a:gd name="connsiteY0" fmla="*/ 0 h 3203852"/>
              <a:gd name="connsiteX1" fmla="*/ 3202546 w 3202546"/>
              <a:gd name="connsiteY1" fmla="*/ 3203852 h 3203852"/>
              <a:gd name="connsiteX2" fmla="*/ 0 w 3202546"/>
              <a:gd name="connsiteY2" fmla="*/ 3203852 h 3203852"/>
              <a:gd name="connsiteX3" fmla="*/ 0 w 3202546"/>
              <a:gd name="connsiteY3" fmla="*/ 3190718 h 3203852"/>
            </a:gdLst>
            <a:ahLst/>
            <a:cxnLst>
              <a:cxn ang="0">
                <a:pos x="connsiteX0" y="connsiteY0"/>
              </a:cxn>
              <a:cxn ang="0">
                <a:pos x="connsiteX1" y="connsiteY1"/>
              </a:cxn>
              <a:cxn ang="0">
                <a:pos x="connsiteX2" y="connsiteY2"/>
              </a:cxn>
              <a:cxn ang="0">
                <a:pos x="connsiteX3" y="connsiteY3"/>
              </a:cxn>
            </a:cxnLst>
            <a:rect l="l" t="t" r="r" b="b"/>
            <a:pathLst>
              <a:path w="3202546" h="3203852">
                <a:moveTo>
                  <a:pt x="3202546" y="0"/>
                </a:moveTo>
                <a:lnTo>
                  <a:pt x="3202546" y="3203852"/>
                </a:lnTo>
                <a:lnTo>
                  <a:pt x="0" y="3203852"/>
                </a:lnTo>
                <a:lnTo>
                  <a:pt x="0" y="3190718"/>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14" name="Forme libre 13">
            <a:extLst>
              <a:ext uri="{FF2B5EF4-FFF2-40B4-BE49-F238E27FC236}">
                <a16:creationId xmlns:a16="http://schemas.microsoft.com/office/drawing/2014/main" id="{CEB118B3-9B06-AD11-738A-7A0651F98B7E}"/>
              </a:ext>
              <a:ext uri="{C183D7F6-B498-43B3-948B-1728B52AA6E4}">
                <adec:decorative xmlns:adec="http://schemas.microsoft.com/office/drawing/2017/decorative" val="1"/>
              </a:ext>
            </a:extLst>
          </p:cNvPr>
          <p:cNvSpPr/>
          <p:nvPr userDrawn="1"/>
        </p:nvSpPr>
        <p:spPr>
          <a:xfrm>
            <a:off x="8989455" y="1"/>
            <a:ext cx="3202545" cy="3437345"/>
          </a:xfrm>
          <a:custGeom>
            <a:avLst/>
            <a:gdLst>
              <a:gd name="connsiteX0" fmla="*/ 0 w 3202545"/>
              <a:gd name="connsiteY0" fmla="*/ 0 h 3437345"/>
              <a:gd name="connsiteX1" fmla="*/ 3202545 w 3202545"/>
              <a:gd name="connsiteY1" fmla="*/ 0 h 3437345"/>
              <a:gd name="connsiteX2" fmla="*/ 3202545 w 3202545"/>
              <a:gd name="connsiteY2" fmla="*/ 3437345 h 3437345"/>
              <a:gd name="connsiteX3" fmla="*/ 0 w 3202545"/>
              <a:gd name="connsiteY3" fmla="*/ 3437345 h 3437345"/>
            </a:gdLst>
            <a:ahLst/>
            <a:cxnLst>
              <a:cxn ang="0">
                <a:pos x="connsiteX0" y="connsiteY0"/>
              </a:cxn>
              <a:cxn ang="0">
                <a:pos x="connsiteX1" y="connsiteY1"/>
              </a:cxn>
              <a:cxn ang="0">
                <a:pos x="connsiteX2" y="connsiteY2"/>
              </a:cxn>
              <a:cxn ang="0">
                <a:pos x="connsiteX3" y="connsiteY3"/>
              </a:cxn>
            </a:cxnLst>
            <a:rect l="l" t="t" r="r" b="b"/>
            <a:pathLst>
              <a:path w="3202545" h="3437345">
                <a:moveTo>
                  <a:pt x="0" y="0"/>
                </a:moveTo>
                <a:lnTo>
                  <a:pt x="3202545" y="0"/>
                </a:lnTo>
                <a:lnTo>
                  <a:pt x="3202545" y="3437345"/>
                </a:lnTo>
                <a:lnTo>
                  <a:pt x="0" y="3437345"/>
                </a:lnTo>
                <a:close/>
              </a:path>
            </a:pathLst>
          </a:custGeom>
          <a:solidFill>
            <a:schemeClr val="accent5"/>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16" name="Forme libre 15">
            <a:extLst>
              <a:ext uri="{FF2B5EF4-FFF2-40B4-BE49-F238E27FC236}">
                <a16:creationId xmlns:a16="http://schemas.microsoft.com/office/drawing/2014/main" id="{0EA94262-504E-06F2-F383-E832C37B1250}"/>
              </a:ext>
              <a:ext uri="{C183D7F6-B498-43B3-948B-1728B52AA6E4}">
                <adec:decorative xmlns:adec="http://schemas.microsoft.com/office/drawing/2017/decorative" val="1"/>
              </a:ext>
            </a:extLst>
          </p:cNvPr>
          <p:cNvSpPr/>
          <p:nvPr userDrawn="1"/>
        </p:nvSpPr>
        <p:spPr>
          <a:xfrm>
            <a:off x="8989454" y="6681"/>
            <a:ext cx="3202546" cy="3436477"/>
          </a:xfrm>
          <a:custGeom>
            <a:avLst/>
            <a:gdLst>
              <a:gd name="connsiteX0" fmla="*/ 0 w 3202546"/>
              <a:gd name="connsiteY0" fmla="*/ 0 h 3436477"/>
              <a:gd name="connsiteX1" fmla="*/ 3202546 w 3202546"/>
              <a:gd name="connsiteY1" fmla="*/ 3214418 h 3436477"/>
              <a:gd name="connsiteX2" fmla="*/ 3202546 w 3202546"/>
              <a:gd name="connsiteY2" fmla="*/ 3436477 h 3436477"/>
              <a:gd name="connsiteX3" fmla="*/ 0 w 3202546"/>
              <a:gd name="connsiteY3" fmla="*/ 3436477 h 3436477"/>
            </a:gdLst>
            <a:ahLst/>
            <a:cxnLst>
              <a:cxn ang="0">
                <a:pos x="connsiteX0" y="connsiteY0"/>
              </a:cxn>
              <a:cxn ang="0">
                <a:pos x="connsiteX1" y="connsiteY1"/>
              </a:cxn>
              <a:cxn ang="0">
                <a:pos x="connsiteX2" y="connsiteY2"/>
              </a:cxn>
              <a:cxn ang="0">
                <a:pos x="connsiteX3" y="connsiteY3"/>
              </a:cxn>
            </a:cxnLst>
            <a:rect l="l" t="t" r="r" b="b"/>
            <a:pathLst>
              <a:path w="3202546" h="3436477">
                <a:moveTo>
                  <a:pt x="0" y="0"/>
                </a:moveTo>
                <a:lnTo>
                  <a:pt x="3202546" y="3214418"/>
                </a:lnTo>
                <a:lnTo>
                  <a:pt x="3202546" y="3436477"/>
                </a:lnTo>
                <a:lnTo>
                  <a:pt x="0" y="3436477"/>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20" name="Titre 19">
            <a:extLst>
              <a:ext uri="{FF2B5EF4-FFF2-40B4-BE49-F238E27FC236}">
                <a16:creationId xmlns:a16="http://schemas.microsoft.com/office/drawing/2014/main" id="{C26B5661-F583-FA44-8353-161B862E69B1}"/>
              </a:ext>
            </a:extLst>
          </p:cNvPr>
          <p:cNvSpPr>
            <a:spLocks noGrp="1"/>
          </p:cNvSpPr>
          <p:nvPr userDrawn="1">
            <p:ph type="title" hasCustomPrompt="1"/>
          </p:nvPr>
        </p:nvSpPr>
        <p:spPr>
          <a:xfrm>
            <a:off x="914399" y="834635"/>
            <a:ext cx="7796464" cy="1222385"/>
          </a:xfrm>
        </p:spPr>
        <p:txBody>
          <a:bodyPr tIns="0" bIns="0" rtlCol="0">
            <a:noAutofit/>
          </a:bodyPr>
          <a:lstStyle>
            <a:lvl1pPr algn="l">
              <a:lnSpc>
                <a:spcPct val="100000"/>
              </a:lnSpc>
              <a:defRPr lang="fr-FR" sz="3600"/>
            </a:lvl1pPr>
          </a:lstStyle>
          <a:p>
            <a:pPr rtl="0"/>
            <a:r>
              <a:rPr lang="fr-FR"/>
              <a:t>Cliquez pour ajouter un titre</a:t>
            </a:r>
          </a:p>
        </p:txBody>
      </p:sp>
      <p:sp>
        <p:nvSpPr>
          <p:cNvPr id="19" name="Espace réservé du numéro de diapositive 2">
            <a:extLst>
              <a:ext uri="{FF2B5EF4-FFF2-40B4-BE49-F238E27FC236}">
                <a16:creationId xmlns:a16="http://schemas.microsoft.com/office/drawing/2014/main" id="{BFBCB81C-7599-87A1-8037-5FB8C374503A}"/>
              </a:ext>
            </a:extLst>
          </p:cNvPr>
          <p:cNvSpPr>
            <a:spLocks noGrp="1"/>
          </p:cNvSpPr>
          <p:nvPr userDrawn="1">
            <p:ph type="sldNum" sz="quarter" idx="10"/>
          </p:nvPr>
        </p:nvSpPr>
        <p:spPr>
          <a:xfrm>
            <a:off x="10438475" y="457199"/>
            <a:ext cx="987552"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
        <p:nvSpPr>
          <p:cNvPr id="23" name="Espace réservé du contenu 3">
            <a:extLst>
              <a:ext uri="{FF2B5EF4-FFF2-40B4-BE49-F238E27FC236}">
                <a16:creationId xmlns:a16="http://schemas.microsoft.com/office/drawing/2014/main" id="{6FF02D51-6992-3FED-2A19-92E5AC564CF4}"/>
              </a:ext>
            </a:extLst>
          </p:cNvPr>
          <p:cNvSpPr>
            <a:spLocks noGrp="1"/>
          </p:cNvSpPr>
          <p:nvPr userDrawn="1">
            <p:ph sz="half" idx="2" hasCustomPrompt="1"/>
          </p:nvPr>
        </p:nvSpPr>
        <p:spPr>
          <a:xfrm>
            <a:off x="914400" y="2303028"/>
            <a:ext cx="3283119" cy="3720337"/>
          </a:xfrm>
        </p:spPr>
        <p:txBody>
          <a:bodyPr lIns="91440" tIns="0" rIns="91440" bIns="0" rtlCol="0">
            <a:normAutofit/>
          </a:bodyPr>
          <a:lstStyle>
            <a:lvl1pPr marL="0" indent="0">
              <a:spcBef>
                <a:spcPts val="1000"/>
              </a:spcBef>
              <a:buNone/>
              <a:defRPr lang="fr-FR" sz="1800"/>
            </a:lvl1pPr>
            <a:lvl2pPr marL="283464" indent="-283464">
              <a:spcBef>
                <a:spcPts val="1000"/>
              </a:spcBef>
              <a:defRPr lang="fr-FR" sz="1800"/>
            </a:lvl2pPr>
            <a:lvl3pPr marL="283464" indent="-283464">
              <a:spcBef>
                <a:spcPts val="1000"/>
              </a:spcBef>
              <a:defRPr lang="fr-FR" sz="1800"/>
            </a:lvl3pPr>
            <a:lvl4pPr marL="283464" indent="-283464">
              <a:spcBef>
                <a:spcPts val="1000"/>
              </a:spcBef>
              <a:defRPr lang="fr-FR" sz="1800"/>
            </a:lvl4pPr>
            <a:lvl5pPr marL="283464" indent="-283464">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25" name="Espace réservé du contenu 5">
            <a:extLst>
              <a:ext uri="{FF2B5EF4-FFF2-40B4-BE49-F238E27FC236}">
                <a16:creationId xmlns:a16="http://schemas.microsoft.com/office/drawing/2014/main" id="{C2762372-3C12-61F8-F131-E4C08A2B1735}"/>
              </a:ext>
            </a:extLst>
          </p:cNvPr>
          <p:cNvSpPr>
            <a:spLocks noGrp="1"/>
          </p:cNvSpPr>
          <p:nvPr userDrawn="1">
            <p:ph sz="quarter" idx="4" hasCustomPrompt="1"/>
          </p:nvPr>
        </p:nvSpPr>
        <p:spPr>
          <a:xfrm>
            <a:off x="4782159" y="2303028"/>
            <a:ext cx="3284951" cy="3720337"/>
          </a:xfrm>
        </p:spPr>
        <p:txBody>
          <a:bodyPr lIns="91440" tIns="0" rIns="91440" bIns="0" rtlCol="0">
            <a:normAutofit/>
          </a:bodyPr>
          <a:lstStyle>
            <a:lvl1pPr marL="0" indent="0">
              <a:spcBef>
                <a:spcPts val="1000"/>
              </a:spcBef>
              <a:buNone/>
              <a:defRPr lang="fr-FR" sz="1800"/>
            </a:lvl1pPr>
            <a:lvl2pPr marL="283464" indent="-283464">
              <a:spcBef>
                <a:spcPts val="1000"/>
              </a:spcBef>
              <a:defRPr lang="fr-FR" sz="1800"/>
            </a:lvl2pPr>
            <a:lvl3pPr marL="283464" indent="-283464">
              <a:spcBef>
                <a:spcPts val="1000"/>
              </a:spcBef>
              <a:defRPr lang="fr-FR" sz="1800"/>
            </a:lvl3pPr>
            <a:lvl4pPr marL="283464" indent="-283464">
              <a:spcBef>
                <a:spcPts val="1000"/>
              </a:spcBef>
              <a:defRPr lang="fr-FR" sz="1800"/>
            </a:lvl4pPr>
            <a:lvl5pPr marL="283464" indent="-283464">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Tree>
    <p:extLst>
      <p:ext uri="{BB962C8B-B14F-4D97-AF65-F5344CB8AC3E}">
        <p14:creationId xmlns:p14="http://schemas.microsoft.com/office/powerpoint/2010/main" val="1686733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ronologie 1">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fr-FR"/>
            </a:defPPr>
          </a:lstStyle>
          <a:p>
            <a:pPr algn="ctr" rtl="0"/>
            <a:endParaRPr lang="fr-FR"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stStyle>
          <a:p>
            <a:pPr algn="ctr" rtl="0"/>
            <a:endParaRPr lang="fr-FR" sz="1600" dirty="0"/>
          </a:p>
        </p:txBody>
      </p:sp>
      <p:sp>
        <p:nvSpPr>
          <p:cNvPr id="2" name="Titr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965393"/>
            <a:ext cx="7631709" cy="1091627"/>
          </a:xfrm>
        </p:spPr>
        <p:txBody>
          <a:bodyPr tIns="0" bIns="0" rtlCol="0"/>
          <a:lstStyle>
            <a:lvl1pPr algn="l">
              <a:lnSpc>
                <a:spcPct val="100000"/>
              </a:lnSpc>
              <a:defRPr lang="fr-FR" sz="3600">
                <a:solidFill>
                  <a:schemeClr val="accent6"/>
                </a:solidFill>
              </a:defRPr>
            </a:lvl1pPr>
          </a:lstStyle>
          <a:p>
            <a:pPr rtl="0"/>
            <a:r>
              <a:rPr lang="fr-FR"/>
              <a:t>Cliquez pour ajouter un titre</a:t>
            </a:r>
          </a:p>
        </p:txBody>
      </p:sp>
      <p:sp>
        <p:nvSpPr>
          <p:cNvPr id="5" name="Espace réservé du contenu 2">
            <a:extLst>
              <a:ext uri="{FF2B5EF4-FFF2-40B4-BE49-F238E27FC236}">
                <a16:creationId xmlns:a16="http://schemas.microsoft.com/office/drawing/2014/main" id="{0AADE444-940A-5A34-8C49-4F15BC33EEC7}"/>
              </a:ext>
            </a:extLst>
          </p:cNvPr>
          <p:cNvSpPr>
            <a:spLocks noGrp="1"/>
          </p:cNvSpPr>
          <p:nvPr>
            <p:ph sz="half" idx="15" hasCustomPrompt="1"/>
          </p:nvPr>
        </p:nvSpPr>
        <p:spPr>
          <a:xfrm>
            <a:off x="914400" y="2303028"/>
            <a:ext cx="3283119" cy="4144192"/>
          </a:xfrm>
        </p:spPr>
        <p:txBody>
          <a:bodyPr lIns="91440" tIns="0" rIns="91440" bIns="0" rtlCol="0">
            <a:normAutofit/>
          </a:bodyPr>
          <a:lstStyle>
            <a:lvl1pPr marL="457200" indent="-457200">
              <a:spcBef>
                <a:spcPts val="1000"/>
              </a:spcBef>
              <a:buFont typeface="+mj-lt"/>
              <a:buAutoNum type="arabicPeriod"/>
              <a:defRPr lang="fr-FR" sz="1800"/>
            </a:lvl1pPr>
            <a:lvl2pPr marL="745236" indent="-342900">
              <a:spcBef>
                <a:spcPts val="1000"/>
              </a:spcBef>
              <a:buFont typeface="+mj-lt"/>
              <a:buAutoNum type="alphaLcPeriod"/>
              <a:defRPr lang="fr-FR" sz="1800"/>
            </a:lvl2pPr>
            <a:lvl3pPr marL="1202436" indent="-342900">
              <a:spcBef>
                <a:spcPts val="1000"/>
              </a:spcBef>
              <a:buFont typeface="+mj-lt"/>
              <a:buAutoNum type="arabicParenR"/>
              <a:defRPr lang="fr-FR" sz="1800"/>
            </a:lvl3pPr>
            <a:lvl4pPr marL="1659636" indent="-342900">
              <a:spcBef>
                <a:spcPts val="1000"/>
              </a:spcBef>
              <a:buFont typeface="+mj-lt"/>
              <a:buAutoNum type="alphaLcParenR"/>
              <a:defRPr lang="fr-FR" sz="1800"/>
            </a:lvl4pPr>
            <a:lvl5pPr indent="-283464">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p:txBody>
      </p:sp>
      <p:sp>
        <p:nvSpPr>
          <p:cNvPr id="3" name="Espace réservé du contenu 2">
            <a:extLst>
              <a:ext uri="{FF2B5EF4-FFF2-40B4-BE49-F238E27FC236}">
                <a16:creationId xmlns:a16="http://schemas.microsoft.com/office/drawing/2014/main" id="{97A79FCB-9A9F-6B60-A95C-FCF020598DE3}"/>
              </a:ext>
            </a:extLst>
          </p:cNvPr>
          <p:cNvSpPr>
            <a:spLocks noGrp="1"/>
          </p:cNvSpPr>
          <p:nvPr>
            <p:ph sz="half" idx="1" hasCustomPrompt="1"/>
          </p:nvPr>
        </p:nvSpPr>
        <p:spPr>
          <a:xfrm>
            <a:off x="4782159" y="2303028"/>
            <a:ext cx="3763950" cy="4144192"/>
          </a:xfrm>
        </p:spPr>
        <p:txBody>
          <a:bodyPr lIns="91440" tIns="0" rIns="91440" bIns="0" rtlCol="0">
            <a:normAutofit/>
          </a:bodyPr>
          <a:lstStyle>
            <a:lvl1pPr marL="0" indent="0">
              <a:spcBef>
                <a:spcPts val="1000"/>
              </a:spcBef>
              <a:buNone/>
              <a:defRPr lang="fr-FR" sz="1800"/>
            </a:lvl1pPr>
            <a:lvl2pPr indent="-283464">
              <a:spcBef>
                <a:spcPts val="1000"/>
              </a:spcBef>
              <a:defRPr lang="fr-FR" sz="1800"/>
            </a:lvl2pPr>
            <a:lvl3pPr indent="-283464">
              <a:spcBef>
                <a:spcPts val="1000"/>
              </a:spcBef>
              <a:defRPr lang="fr-FR" sz="1800"/>
            </a:lvl3pPr>
            <a:lvl4pPr indent="-283464">
              <a:spcBef>
                <a:spcPts val="1000"/>
              </a:spcBef>
              <a:defRPr lang="fr-FR" sz="1800"/>
            </a:lvl4pPr>
            <a:lvl5pPr indent="-283464">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31" name="Espace réservé d’image 30">
            <a:extLst>
              <a:ext uri="{FF2B5EF4-FFF2-40B4-BE49-F238E27FC236}">
                <a16:creationId xmlns:a16="http://schemas.microsoft.com/office/drawing/2014/main" id="{2912B88E-830A-AD4C-378F-46EF5F77950C}"/>
              </a:ext>
            </a:extLst>
          </p:cNvPr>
          <p:cNvSpPr>
            <a:spLocks noGrp="1"/>
          </p:cNvSpPr>
          <p:nvPr>
            <p:ph type="pic" sz="quarter" idx="14" hasCustomPrompt="1"/>
          </p:nvPr>
        </p:nvSpPr>
        <p:spPr>
          <a:xfrm>
            <a:off x="8989454" y="965393"/>
            <a:ext cx="3202545" cy="5892607"/>
          </a:xfrm>
          <a:custGeom>
            <a:avLst/>
            <a:gdLst>
              <a:gd name="connsiteX0" fmla="*/ 0 w 3202545"/>
              <a:gd name="connsiteY0" fmla="*/ 0 h 6023366"/>
              <a:gd name="connsiteX1" fmla="*/ 3202545 w 3202545"/>
              <a:gd name="connsiteY1" fmla="*/ 0 h 6023366"/>
              <a:gd name="connsiteX2" fmla="*/ 3202545 w 3202545"/>
              <a:gd name="connsiteY2" fmla="*/ 3165406 h 6023366"/>
              <a:gd name="connsiteX3" fmla="*/ 2923656 w 3202545"/>
              <a:gd name="connsiteY3" fmla="*/ 3179481 h 6023366"/>
              <a:gd name="connsiteX4" fmla="*/ 364096 w 3202545"/>
              <a:gd name="connsiteY4" fmla="*/ 6016124 h 6023366"/>
              <a:gd name="connsiteX5" fmla="*/ 364096 w 3202545"/>
              <a:gd name="connsiteY5" fmla="*/ 6023364 h 6023366"/>
              <a:gd name="connsiteX6" fmla="*/ 1231541 w 3202545"/>
              <a:gd name="connsiteY6" fmla="*/ 6023364 h 6023366"/>
              <a:gd name="connsiteX7" fmla="*/ 1241636 w 3202545"/>
              <a:gd name="connsiteY7" fmla="*/ 5822974 h 6023366"/>
              <a:gd name="connsiteX8" fmla="*/ 3012253 w 3202545"/>
              <a:gd name="connsiteY8" fmla="*/ 4042481 h 6023366"/>
              <a:gd name="connsiteX9" fmla="*/ 3202545 w 3202545"/>
              <a:gd name="connsiteY9" fmla="*/ 4032784 h 6023366"/>
              <a:gd name="connsiteX10" fmla="*/ 3202545 w 3202545"/>
              <a:gd name="connsiteY10" fmla="*/ 4033098 h 6023366"/>
              <a:gd name="connsiteX11" fmla="*/ 3012291 w 3202545"/>
              <a:gd name="connsiteY11" fmla="*/ 4042794 h 6023366"/>
              <a:gd name="connsiteX12" fmla="*/ 1242011 w 3202545"/>
              <a:gd name="connsiteY12" fmla="*/ 5823008 h 6023366"/>
              <a:gd name="connsiteX13" fmla="*/ 1231918 w 3202545"/>
              <a:gd name="connsiteY13" fmla="*/ 6023365 h 6023366"/>
              <a:gd name="connsiteX14" fmla="*/ 3202545 w 3202545"/>
              <a:gd name="connsiteY14" fmla="*/ 6023365 h 6023366"/>
              <a:gd name="connsiteX15" fmla="*/ 3202545 w 3202545"/>
              <a:gd name="connsiteY15" fmla="*/ 6023366 h 6023366"/>
              <a:gd name="connsiteX16" fmla="*/ 0 w 3202545"/>
              <a:gd name="connsiteY16" fmla="*/ 6023366 h 6023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02545" h="6023366">
                <a:moveTo>
                  <a:pt x="0" y="0"/>
                </a:moveTo>
                <a:lnTo>
                  <a:pt x="3202545" y="0"/>
                </a:lnTo>
                <a:lnTo>
                  <a:pt x="3202545" y="3165406"/>
                </a:lnTo>
                <a:lnTo>
                  <a:pt x="2923656" y="3179481"/>
                </a:lnTo>
                <a:cubicBezTo>
                  <a:pt x="1485615" y="3325450"/>
                  <a:pt x="364096" y="4539349"/>
                  <a:pt x="364096" y="6016124"/>
                </a:cubicBezTo>
                <a:lnTo>
                  <a:pt x="364096" y="6023364"/>
                </a:lnTo>
                <a:lnTo>
                  <a:pt x="1231541" y="6023364"/>
                </a:lnTo>
                <a:lnTo>
                  <a:pt x="1241636" y="5822974"/>
                </a:lnTo>
                <a:cubicBezTo>
                  <a:pt x="1336361" y="4887576"/>
                  <a:pt x="2077946" y="4138236"/>
                  <a:pt x="3012253" y="4042481"/>
                </a:cubicBezTo>
                <a:lnTo>
                  <a:pt x="3202545" y="4032784"/>
                </a:lnTo>
                <a:lnTo>
                  <a:pt x="3202545" y="4033098"/>
                </a:lnTo>
                <a:lnTo>
                  <a:pt x="3012291" y="4042794"/>
                </a:lnTo>
                <a:cubicBezTo>
                  <a:pt x="2078162" y="4138534"/>
                  <a:pt x="1336718" y="4887757"/>
                  <a:pt x="1242011" y="5823008"/>
                </a:cubicBezTo>
                <a:lnTo>
                  <a:pt x="1231918" y="6023365"/>
                </a:lnTo>
                <a:lnTo>
                  <a:pt x="3202545" y="6023365"/>
                </a:lnTo>
                <a:lnTo>
                  <a:pt x="3202545" y="6023366"/>
                </a:lnTo>
                <a:lnTo>
                  <a:pt x="0" y="6023366"/>
                </a:lnTo>
                <a:close/>
              </a:path>
            </a:pathLst>
          </a:custGeom>
          <a:solidFill>
            <a:schemeClr val="accent4"/>
          </a:solidFill>
        </p:spPr>
        <p:txBody>
          <a:bodyPr wrap="square" rtlCol="0">
            <a:noAutofit/>
          </a:bodyPr>
          <a:lstStyle>
            <a:lvl1pPr marL="0" indent="0">
              <a:buNone/>
              <a:defRPr lang="fr-FR" sz="1800"/>
            </a:lvl1pPr>
          </a:lstStyle>
          <a:p>
            <a:pPr lvl="0" rtl="0"/>
            <a:r>
              <a:rPr lang="fr-FR"/>
              <a:t>Cliquez ici pour ajouter une image.</a:t>
            </a:r>
          </a:p>
        </p:txBody>
      </p:sp>
      <p:grpSp>
        <p:nvGrpSpPr>
          <p:cNvPr id="32" name="Groupe 31">
            <a:extLst>
              <a:ext uri="{FF2B5EF4-FFF2-40B4-BE49-F238E27FC236}">
                <a16:creationId xmlns:a16="http://schemas.microsoft.com/office/drawing/2014/main" id="{B9152F76-E42E-3D76-6BDB-2FA0D69216AD}"/>
              </a:ext>
              <a:ext uri="{C183D7F6-B498-43B3-948B-1728B52AA6E4}">
                <adec:decorative xmlns:adec="http://schemas.microsoft.com/office/drawing/2017/decorative" val="1"/>
              </a:ext>
            </a:extLst>
          </p:cNvPr>
          <p:cNvGrpSpPr/>
          <p:nvPr userDrawn="1"/>
        </p:nvGrpSpPr>
        <p:grpSpPr>
          <a:xfrm>
            <a:off x="9353550" y="4000041"/>
            <a:ext cx="2838450" cy="2857959"/>
            <a:chOff x="12797096" y="4000041"/>
            <a:chExt cx="2838450" cy="2857959"/>
          </a:xfrm>
        </p:grpSpPr>
        <p:sp>
          <p:nvSpPr>
            <p:cNvPr id="20" name="Freeform: Forme 28">
              <a:extLst>
                <a:ext uri="{FF2B5EF4-FFF2-40B4-BE49-F238E27FC236}">
                  <a16:creationId xmlns:a16="http://schemas.microsoft.com/office/drawing/2014/main" id="{ED0348C7-D83F-0AD7-2539-41219A795693}"/>
                </a:ext>
                <a:ext uri="{C183D7F6-B498-43B3-948B-1728B52AA6E4}">
                  <adec:decorative xmlns:adec="http://schemas.microsoft.com/office/drawing/2017/decorative" val="1"/>
                </a:ext>
              </a:extLst>
            </p:cNvPr>
            <p:cNvSpPr/>
            <p:nvPr userDrawn="1"/>
          </p:nvSpPr>
          <p:spPr>
            <a:xfrm rot="10800000">
              <a:off x="12797096" y="4000041"/>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3"/>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p>
          </p:txBody>
        </p:sp>
        <p:sp>
          <p:nvSpPr>
            <p:cNvPr id="21" name="Forme libre : Forme 25">
              <a:extLst>
                <a:ext uri="{FF2B5EF4-FFF2-40B4-BE49-F238E27FC236}">
                  <a16:creationId xmlns:a16="http://schemas.microsoft.com/office/drawing/2014/main" id="{E911AA2D-BE77-278D-CD2E-2EB3E180F3B8}"/>
                </a:ext>
                <a:ext uri="{C183D7F6-B498-43B3-948B-1728B52AA6E4}">
                  <adec:decorative xmlns:adec="http://schemas.microsoft.com/office/drawing/2017/decorative" val="1"/>
                </a:ext>
              </a:extLst>
            </p:cNvPr>
            <p:cNvSpPr/>
            <p:nvPr userDrawn="1"/>
          </p:nvSpPr>
          <p:spPr>
            <a:xfrm rot="10800000">
              <a:off x="13664918" y="4867733"/>
              <a:ext cx="1970627" cy="1990267"/>
            </a:xfrm>
            <a:custGeom>
              <a:avLst/>
              <a:gdLst>
                <a:gd name="connsiteX0" fmla="*/ 0 w 1970627"/>
                <a:gd name="connsiteY0" fmla="*/ 0 h 1990267"/>
                <a:gd name="connsiteX1" fmla="*/ 1970627 w 1970627"/>
                <a:gd name="connsiteY1" fmla="*/ 0 h 1990267"/>
                <a:gd name="connsiteX2" fmla="*/ 1960534 w 1970627"/>
                <a:gd name="connsiteY2" fmla="*/ 200357 h 1990267"/>
                <a:gd name="connsiteX3" fmla="*/ 190254 w 1970627"/>
                <a:gd name="connsiteY3" fmla="*/ 1980571 h 1990267"/>
                <a:gd name="connsiteX4" fmla="*/ 0 w 1970627"/>
                <a:gd name="connsiteY4" fmla="*/ 1990267 h 1990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627" h="1990267">
                  <a:moveTo>
                    <a:pt x="0" y="0"/>
                  </a:moveTo>
                  <a:lnTo>
                    <a:pt x="1970627" y="0"/>
                  </a:lnTo>
                  <a:lnTo>
                    <a:pt x="1960534" y="200357"/>
                  </a:lnTo>
                  <a:cubicBezTo>
                    <a:pt x="1865827" y="1135608"/>
                    <a:pt x="1124383" y="1884831"/>
                    <a:pt x="190254" y="1980571"/>
                  </a:cubicBezTo>
                  <a:lnTo>
                    <a:pt x="0" y="1990267"/>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22" name="Freeform: Forme 15">
              <a:extLst>
                <a:ext uri="{FF2B5EF4-FFF2-40B4-BE49-F238E27FC236}">
                  <a16:creationId xmlns:a16="http://schemas.microsoft.com/office/drawing/2014/main" id="{B6CE0BA6-C0FD-AC39-6C31-8477E0CAFDB0}"/>
                </a:ext>
                <a:ext uri="{C183D7F6-B498-43B3-948B-1728B52AA6E4}">
                  <adec:decorative xmlns:adec="http://schemas.microsoft.com/office/drawing/2017/decorative" val="1"/>
                </a:ext>
              </a:extLst>
            </p:cNvPr>
            <p:cNvSpPr/>
            <p:nvPr userDrawn="1"/>
          </p:nvSpPr>
          <p:spPr>
            <a:xfrm rot="10800000">
              <a:off x="14632096" y="5844983"/>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23" name="Image 2">
              <a:extLst>
                <a:ext uri="{FF2B5EF4-FFF2-40B4-BE49-F238E27FC236}">
                  <a16:creationId xmlns:a16="http://schemas.microsoft.com/office/drawing/2014/main" id="{666AD1A4-36DE-12F3-BB78-BA678A59572C}"/>
                </a:ext>
                <a:ext uri="{C183D7F6-B498-43B3-948B-1728B52AA6E4}">
                  <adec:decorative xmlns:adec="http://schemas.microsoft.com/office/drawing/2017/decorative" val="1"/>
                </a:ext>
              </a:extLst>
            </p:cNvPr>
            <p:cNvSpPr/>
            <p:nvPr userDrawn="1"/>
          </p:nvSpPr>
          <p:spPr>
            <a:xfrm rot="10800000">
              <a:off x="13402193" y="5492845"/>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defPPr>
                <a:defRPr lang="fr-FR"/>
              </a:defPPr>
            </a:lstStyle>
            <a:p>
              <a:pPr rtl="0"/>
              <a:endParaRPr lang="fr-FR" dirty="0"/>
            </a:p>
          </p:txBody>
        </p:sp>
      </p:grpSp>
      <p:sp>
        <p:nvSpPr>
          <p:cNvPr id="44" name="Espace réservé du numéro de diapositive 2">
            <a:extLst>
              <a:ext uri="{FF2B5EF4-FFF2-40B4-BE49-F238E27FC236}">
                <a16:creationId xmlns:a16="http://schemas.microsoft.com/office/drawing/2014/main" id="{79071EEC-EAD1-8B22-009A-68E74589AA8D}"/>
              </a:ext>
            </a:extLst>
          </p:cNvPr>
          <p:cNvSpPr>
            <a:spLocks noGrp="1"/>
          </p:cNvSpPr>
          <p:nvPr>
            <p:ph type="sldNum" sz="quarter" idx="10"/>
          </p:nvPr>
        </p:nvSpPr>
        <p:spPr>
          <a:xfrm>
            <a:off x="10358437" y="457199"/>
            <a:ext cx="1067589"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3183620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ésumé 2">
    <p:spTree>
      <p:nvGrpSpPr>
        <p:cNvPr id="1" name=""/>
        <p:cNvGrpSpPr/>
        <p:nvPr/>
      </p:nvGrpSpPr>
      <p:grpSpPr>
        <a:xfrm>
          <a:off x="0" y="0"/>
          <a:ext cx="0" cy="0"/>
          <a:chOff x="0" y="0"/>
          <a:chExt cx="0" cy="0"/>
        </a:xfrm>
      </p:grpSpPr>
      <p:sp>
        <p:nvSpPr>
          <p:cNvPr id="5" name="Forme libre 4">
            <a:extLst>
              <a:ext uri="{FF2B5EF4-FFF2-40B4-BE49-F238E27FC236}">
                <a16:creationId xmlns:a16="http://schemas.microsoft.com/office/drawing/2014/main" id="{28259CF0-6BC5-3693-6F49-C4489C07C317}"/>
              </a:ext>
              <a:ext uri="{C183D7F6-B498-43B3-948B-1728B52AA6E4}">
                <adec:decorative xmlns:adec="http://schemas.microsoft.com/office/drawing/2017/decorative" val="1"/>
              </a:ext>
            </a:extLst>
          </p:cNvPr>
          <p:cNvSpPr/>
          <p:nvPr/>
        </p:nvSpPr>
        <p:spPr>
          <a:xfrm>
            <a:off x="8989454" y="-2546"/>
            <a:ext cx="3202546" cy="3441072"/>
          </a:xfrm>
          <a:custGeom>
            <a:avLst/>
            <a:gdLst>
              <a:gd name="connsiteX0" fmla="*/ 3202546 w 3202546"/>
              <a:gd name="connsiteY0" fmla="*/ 0 h 3441072"/>
              <a:gd name="connsiteX1" fmla="*/ 3202546 w 3202546"/>
              <a:gd name="connsiteY1" fmla="*/ 3441072 h 3441072"/>
              <a:gd name="connsiteX2" fmla="*/ 0 w 3202546"/>
              <a:gd name="connsiteY2" fmla="*/ 3441072 h 3441072"/>
              <a:gd name="connsiteX3" fmla="*/ 3082686 w 3202546"/>
              <a:gd name="connsiteY3" fmla="*/ 6086 h 3441072"/>
            </a:gdLst>
            <a:ahLst/>
            <a:cxnLst>
              <a:cxn ang="0">
                <a:pos x="connsiteX0" y="connsiteY0"/>
              </a:cxn>
              <a:cxn ang="0">
                <a:pos x="connsiteX1" y="connsiteY1"/>
              </a:cxn>
              <a:cxn ang="0">
                <a:pos x="connsiteX2" y="connsiteY2"/>
              </a:cxn>
              <a:cxn ang="0">
                <a:pos x="connsiteX3" y="connsiteY3"/>
              </a:cxn>
            </a:cxnLst>
            <a:rect l="l" t="t" r="r" b="b"/>
            <a:pathLst>
              <a:path w="3202546" h="3441072">
                <a:moveTo>
                  <a:pt x="3202546" y="0"/>
                </a:moveTo>
                <a:lnTo>
                  <a:pt x="3202546" y="3441072"/>
                </a:lnTo>
                <a:lnTo>
                  <a:pt x="0" y="3441072"/>
                </a:lnTo>
                <a:cubicBezTo>
                  <a:pt x="0" y="1653352"/>
                  <a:pt x="1351216" y="182908"/>
                  <a:pt x="3082686" y="6086"/>
                </a:cubicBezTo>
                <a:close/>
              </a:path>
            </a:pathLst>
          </a:custGeom>
          <a:solidFill>
            <a:schemeClr val="accent1"/>
          </a:solidFill>
          <a:ln w="4756" cap="flat">
            <a:noFill/>
            <a:prstDash val="solid"/>
            <a:miter/>
          </a:ln>
        </p:spPr>
        <p:txBody>
          <a:bodyPr wrap="square" rtlCol="0" anchor="ctr">
            <a:noAutofit/>
          </a:bodyPr>
          <a:lstStyle>
            <a:defPPr>
              <a:defRPr lang="fr-FR"/>
            </a:defPPr>
          </a:lstStyle>
          <a:p>
            <a:pPr rtl="0"/>
            <a:endParaRPr lang="fr-FR" dirty="0"/>
          </a:p>
        </p:txBody>
      </p:sp>
      <p:sp>
        <p:nvSpPr>
          <p:cNvPr id="26" name="Image 4">
            <a:extLst>
              <a:ext uri="{FF2B5EF4-FFF2-40B4-BE49-F238E27FC236}">
                <a16:creationId xmlns:a16="http://schemas.microsoft.com/office/drawing/2014/main" id="{9019DA73-2516-F3D2-ECDB-620C90483DB3}"/>
              </a:ext>
              <a:ext uri="{C183D7F6-B498-43B3-948B-1728B52AA6E4}">
                <adec:decorative xmlns:adec="http://schemas.microsoft.com/office/drawing/2017/decorative" val="1"/>
              </a:ext>
            </a:extLst>
          </p:cNvPr>
          <p:cNvSpPr/>
          <p:nvPr/>
        </p:nvSpPr>
        <p:spPr>
          <a:xfrm flipV="1">
            <a:off x="9991725" y="1247775"/>
            <a:ext cx="2200275" cy="2181225"/>
          </a:xfrm>
          <a:custGeom>
            <a:avLst/>
            <a:gdLst>
              <a:gd name="connsiteX0" fmla="*/ 0 w 2200275"/>
              <a:gd name="connsiteY0" fmla="*/ 0 h 2181225"/>
              <a:gd name="connsiteX1" fmla="*/ 2200275 w 2200275"/>
              <a:gd name="connsiteY1" fmla="*/ 2181225 h 2181225"/>
              <a:gd name="connsiteX2" fmla="*/ 2200275 w 2200275"/>
              <a:gd name="connsiteY2" fmla="*/ 0 h 2181225"/>
              <a:gd name="connsiteX3" fmla="*/ 0 w 2200275"/>
              <a:gd name="connsiteY3" fmla="*/ 0 h 2181225"/>
            </a:gdLst>
            <a:ahLst/>
            <a:cxnLst>
              <a:cxn ang="0">
                <a:pos x="connsiteX0" y="connsiteY0"/>
              </a:cxn>
              <a:cxn ang="0">
                <a:pos x="connsiteX1" y="connsiteY1"/>
              </a:cxn>
              <a:cxn ang="0">
                <a:pos x="connsiteX2" y="connsiteY2"/>
              </a:cxn>
              <a:cxn ang="0">
                <a:pos x="connsiteX3" y="connsiteY3"/>
              </a:cxn>
            </a:cxnLst>
            <a:rect l="l" t="t" r="r" b="b"/>
            <a:pathLst>
              <a:path w="2200275" h="2181225">
                <a:moveTo>
                  <a:pt x="0" y="0"/>
                </a:moveTo>
                <a:cubicBezTo>
                  <a:pt x="0" y="1204689"/>
                  <a:pt x="985061" y="2181225"/>
                  <a:pt x="2200275" y="2181225"/>
                </a:cubicBezTo>
                <a:lnTo>
                  <a:pt x="2200275" y="0"/>
                </a:lnTo>
                <a:lnTo>
                  <a:pt x="0" y="0"/>
                </a:lnTo>
                <a:close/>
              </a:path>
            </a:pathLst>
          </a:custGeom>
          <a:solidFill>
            <a:schemeClr val="accent4"/>
          </a:solidFill>
          <a:ln w="4763" cap="flat">
            <a:noFill/>
            <a:prstDash val="solid"/>
            <a:miter/>
          </a:ln>
        </p:spPr>
        <p:txBody>
          <a:bodyPr rtlCol="0" anchor="ctr"/>
          <a:lstStyle>
            <a:defPPr>
              <a:defRPr lang="fr-FR"/>
            </a:defPPr>
          </a:lstStyle>
          <a:p>
            <a:pPr rtl="0"/>
            <a:endParaRPr lang="fr-FR" dirty="0"/>
          </a:p>
        </p:txBody>
      </p:sp>
      <p:sp>
        <p:nvSpPr>
          <p:cNvPr id="14" name="Forme libre 13">
            <a:extLst>
              <a:ext uri="{FF2B5EF4-FFF2-40B4-BE49-F238E27FC236}">
                <a16:creationId xmlns:a16="http://schemas.microsoft.com/office/drawing/2014/main" id="{5665DA82-D253-8EC5-5DFB-F0266ED9FBB4}"/>
              </a:ext>
              <a:ext uri="{C183D7F6-B498-43B3-948B-1728B52AA6E4}">
                <adec:decorative xmlns:adec="http://schemas.microsoft.com/office/drawing/2017/decorative" val="1"/>
              </a:ext>
            </a:extLst>
          </p:cNvPr>
          <p:cNvSpPr/>
          <p:nvPr/>
        </p:nvSpPr>
        <p:spPr>
          <a:xfrm flipV="1">
            <a:off x="-20086" y="5331514"/>
            <a:ext cx="2148416" cy="1526486"/>
          </a:xfrm>
          <a:custGeom>
            <a:avLst/>
            <a:gdLst>
              <a:gd name="connsiteX0" fmla="*/ 0 w 2148416"/>
              <a:gd name="connsiteY0" fmla="*/ 1526486 h 1526486"/>
              <a:gd name="connsiteX1" fmla="*/ 2098930 w 2148416"/>
              <a:gd name="connsiteY1" fmla="*/ 135201 h 1526486"/>
              <a:gd name="connsiteX2" fmla="*/ 2148416 w 2148416"/>
              <a:gd name="connsiteY2" fmla="*/ 0 h 1526486"/>
              <a:gd name="connsiteX3" fmla="*/ 0 w 2148416"/>
              <a:gd name="connsiteY3" fmla="*/ 0 h 1526486"/>
            </a:gdLst>
            <a:ahLst/>
            <a:cxnLst>
              <a:cxn ang="0">
                <a:pos x="connsiteX0" y="connsiteY0"/>
              </a:cxn>
              <a:cxn ang="0">
                <a:pos x="connsiteX1" y="connsiteY1"/>
              </a:cxn>
              <a:cxn ang="0">
                <a:pos x="connsiteX2" y="connsiteY2"/>
              </a:cxn>
              <a:cxn ang="0">
                <a:pos x="connsiteX3" y="connsiteY3"/>
              </a:cxn>
            </a:cxnLst>
            <a:rect l="l" t="t" r="r" b="b"/>
            <a:pathLst>
              <a:path w="2148416" h="1526486">
                <a:moveTo>
                  <a:pt x="0" y="1526486"/>
                </a:moveTo>
                <a:cubicBezTo>
                  <a:pt x="943526" y="1526486"/>
                  <a:pt x="1753109" y="952785"/>
                  <a:pt x="2098930" y="135201"/>
                </a:cubicBezTo>
                <a:lnTo>
                  <a:pt x="2148416" y="0"/>
                </a:lnTo>
                <a:lnTo>
                  <a:pt x="0" y="0"/>
                </a:lnTo>
                <a:close/>
              </a:path>
            </a:pathLst>
          </a:custGeom>
          <a:solidFill>
            <a:schemeClr val="accent4">
              <a:alpha val="50000"/>
            </a:schemeClr>
          </a:solidFill>
          <a:ln w="5083" cap="flat">
            <a:noFill/>
            <a:prstDash val="solid"/>
            <a:miter/>
          </a:ln>
        </p:spPr>
        <p:txBody>
          <a:bodyPr wrap="square" rtlCol="0" anchor="ctr">
            <a:noAutofit/>
          </a:bodyPr>
          <a:lstStyle>
            <a:defPPr>
              <a:defRPr lang="fr-FR"/>
            </a:defPPr>
          </a:lstStyle>
          <a:p>
            <a:pPr rtl="0"/>
            <a:endParaRPr lang="fr-FR" dirty="0"/>
          </a:p>
        </p:txBody>
      </p:sp>
      <p:pic>
        <p:nvPicPr>
          <p:cNvPr id="21" name="Image 2">
            <a:extLst>
              <a:ext uri="{FF2B5EF4-FFF2-40B4-BE49-F238E27FC236}">
                <a16:creationId xmlns:a16="http://schemas.microsoft.com/office/drawing/2014/main" id="{A8B7F1F1-806C-8D65-7340-220A0C4653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rot="5400000">
            <a:off x="9991886" y="1247775"/>
            <a:ext cx="2200114" cy="2200114"/>
          </a:xfrm>
          <a:prstGeom prst="rect">
            <a:avLst/>
          </a:prstGeom>
        </p:spPr>
      </p:pic>
      <p:sp>
        <p:nvSpPr>
          <p:cNvPr id="12" name="Forme libre 11">
            <a:extLst>
              <a:ext uri="{FF2B5EF4-FFF2-40B4-BE49-F238E27FC236}">
                <a16:creationId xmlns:a16="http://schemas.microsoft.com/office/drawing/2014/main" id="{E76518D4-6149-BA03-3BE5-6A13A792C115}"/>
              </a:ext>
              <a:ext uri="{C183D7F6-B498-43B3-948B-1728B52AA6E4}">
                <adec:decorative xmlns:adec="http://schemas.microsoft.com/office/drawing/2017/decorative" val="1"/>
              </a:ext>
            </a:extLst>
          </p:cNvPr>
          <p:cNvSpPr/>
          <p:nvPr/>
        </p:nvSpPr>
        <p:spPr>
          <a:xfrm>
            <a:off x="1540428" y="6470488"/>
            <a:ext cx="775021" cy="387513"/>
          </a:xfrm>
          <a:custGeom>
            <a:avLst/>
            <a:gdLst>
              <a:gd name="connsiteX0" fmla="*/ 387511 w 775021"/>
              <a:gd name="connsiteY0" fmla="*/ 0 h 387513"/>
              <a:gd name="connsiteX1" fmla="*/ 775021 w 775021"/>
              <a:gd name="connsiteY1" fmla="*/ 387511 h 387513"/>
              <a:gd name="connsiteX2" fmla="*/ 775021 w 775021"/>
              <a:gd name="connsiteY2" fmla="*/ 387513 h 387513"/>
              <a:gd name="connsiteX3" fmla="*/ 1 w 775021"/>
              <a:gd name="connsiteY3" fmla="*/ 387513 h 387513"/>
              <a:gd name="connsiteX4" fmla="*/ 0 w 775021"/>
              <a:gd name="connsiteY4" fmla="*/ 387511 h 387513"/>
              <a:gd name="connsiteX5" fmla="*/ 387511 w 775021"/>
              <a:gd name="connsiteY5" fmla="*/ 0 h 387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5021" h="387513">
                <a:moveTo>
                  <a:pt x="387511" y="0"/>
                </a:moveTo>
                <a:cubicBezTo>
                  <a:pt x="601527" y="0"/>
                  <a:pt x="775021" y="173494"/>
                  <a:pt x="775021" y="387511"/>
                </a:cubicBezTo>
                <a:lnTo>
                  <a:pt x="775021" y="387513"/>
                </a:lnTo>
                <a:lnTo>
                  <a:pt x="1" y="387513"/>
                </a:lnTo>
                <a:lnTo>
                  <a:pt x="0" y="387511"/>
                </a:lnTo>
                <a:cubicBezTo>
                  <a:pt x="0" y="173494"/>
                  <a:pt x="173494" y="0"/>
                  <a:pt x="387511" y="0"/>
                </a:cubicBezTo>
                <a:close/>
              </a:path>
            </a:pathLst>
          </a:custGeom>
          <a:solidFill>
            <a:schemeClr val="accent6"/>
          </a:solidFill>
          <a:ln w="3801" cap="flat">
            <a:noFill/>
            <a:prstDash val="solid"/>
            <a:miter/>
          </a:ln>
        </p:spPr>
        <p:txBody>
          <a:bodyPr wrap="square" rtlCol="0" anchor="ctr">
            <a:noAutofit/>
          </a:bodyPr>
          <a:lstStyle>
            <a:defPPr>
              <a:defRPr lang="fr-FR"/>
            </a:defPPr>
          </a:lstStyle>
          <a:p>
            <a:pPr rtl="0"/>
            <a:endParaRPr lang="fr-FR" dirty="0"/>
          </a:p>
        </p:txBody>
      </p:sp>
      <p:sp>
        <p:nvSpPr>
          <p:cNvPr id="2" name="Titre 1"/>
          <p:cNvSpPr>
            <a:spLocks noGrp="1"/>
          </p:cNvSpPr>
          <p:nvPr>
            <p:ph type="title"/>
          </p:nvPr>
        </p:nvSpPr>
        <p:spPr>
          <a:xfrm>
            <a:off x="914400" y="1057274"/>
            <a:ext cx="7843837" cy="1012782"/>
          </a:xfrm>
        </p:spPr>
        <p:txBody>
          <a:bodyPr tIns="0" bIns="0" rtlCol="0">
            <a:noAutofit/>
          </a:bodyPr>
          <a:lstStyle>
            <a:lvl1pPr algn="l">
              <a:lnSpc>
                <a:spcPct val="100000"/>
              </a:lnSpc>
              <a:defRPr lang="fr-FR" sz="3600" b="1"/>
            </a:lvl1pPr>
          </a:lstStyle>
          <a:p>
            <a:pPr rtl="0"/>
            <a:r>
              <a:rPr lang="fr-FR"/>
              <a:t>Modifiez le style du titre</a:t>
            </a:r>
            <a:endParaRPr lang="fr-FR" dirty="0"/>
          </a:p>
        </p:txBody>
      </p:sp>
      <p:sp>
        <p:nvSpPr>
          <p:cNvPr id="30" name="Espace réservé du contenu 2">
            <a:extLst>
              <a:ext uri="{FF2B5EF4-FFF2-40B4-BE49-F238E27FC236}">
                <a16:creationId xmlns:a16="http://schemas.microsoft.com/office/drawing/2014/main" id="{58F56A7F-403C-059D-4B58-A8D59888A158}"/>
              </a:ext>
            </a:extLst>
          </p:cNvPr>
          <p:cNvSpPr>
            <a:spLocks noGrp="1"/>
          </p:cNvSpPr>
          <p:nvPr>
            <p:ph idx="13" hasCustomPrompt="1"/>
          </p:nvPr>
        </p:nvSpPr>
        <p:spPr>
          <a:xfrm>
            <a:off x="914400" y="2331791"/>
            <a:ext cx="6903076" cy="3721817"/>
          </a:xfrm>
        </p:spPr>
        <p:txBody>
          <a:bodyPr tIns="0" bIns="0" rtlCol="0">
            <a:normAutofit/>
          </a:bodyPr>
          <a:lstStyle>
            <a:lvl1pPr marL="0" indent="0">
              <a:lnSpc>
                <a:spcPct val="100000"/>
              </a:lnSpc>
              <a:spcBef>
                <a:spcPts val="0"/>
              </a:spcBef>
              <a:buNone/>
              <a:defRPr lang="fr-FR" sz="2400"/>
            </a:lvl1pPr>
            <a:lvl2pPr marL="347472">
              <a:lnSpc>
                <a:spcPct val="100000"/>
              </a:lnSpc>
              <a:spcBef>
                <a:spcPts val="0"/>
              </a:spcBef>
              <a:defRPr lang="fr-FR" sz="2400"/>
            </a:lvl2pPr>
            <a:lvl3pPr marL="685800">
              <a:lnSpc>
                <a:spcPct val="100000"/>
              </a:lnSpc>
              <a:spcBef>
                <a:spcPts val="0"/>
              </a:spcBef>
              <a:defRPr lang="fr-FR" sz="2400"/>
            </a:lvl3pPr>
          </a:lstStyle>
          <a:p>
            <a:pPr lvl="0" rtl="0"/>
            <a:r>
              <a:rPr lang="fr-FR"/>
              <a:t>Cliquer pour ajouter du texte</a:t>
            </a:r>
          </a:p>
          <a:p>
            <a:pPr lvl="1" rtl="0"/>
            <a:r>
              <a:rPr lang="fr-FR"/>
              <a:t>Deuxième niveau</a:t>
            </a:r>
          </a:p>
          <a:p>
            <a:pPr lvl="2" rtl="0"/>
            <a:r>
              <a:rPr lang="fr-FR"/>
              <a:t>Troisième niveau</a:t>
            </a:r>
          </a:p>
        </p:txBody>
      </p:sp>
      <p:sp>
        <p:nvSpPr>
          <p:cNvPr id="10" name="Espace réservé d’image 9">
            <a:extLst>
              <a:ext uri="{FF2B5EF4-FFF2-40B4-BE49-F238E27FC236}">
                <a16:creationId xmlns:a16="http://schemas.microsoft.com/office/drawing/2014/main" id="{0723BF40-731C-2A5B-FC2F-B59DEF431C66}"/>
              </a:ext>
            </a:extLst>
          </p:cNvPr>
          <p:cNvSpPr>
            <a:spLocks noGrp="1"/>
          </p:cNvSpPr>
          <p:nvPr>
            <p:ph type="pic" sz="quarter" idx="14"/>
          </p:nvPr>
        </p:nvSpPr>
        <p:spPr>
          <a:xfrm>
            <a:off x="8989454" y="3405189"/>
            <a:ext cx="3202546" cy="3452811"/>
          </a:xfrm>
          <a:solidFill>
            <a:schemeClr val="accent1"/>
          </a:solidFill>
        </p:spPr>
        <p:txBody>
          <a:bodyPr rtlCol="0">
            <a:normAutofit/>
          </a:bodyPr>
          <a:lstStyle>
            <a:lvl1pPr marL="0" indent="0">
              <a:buNone/>
              <a:defRPr lang="fr-FR" sz="1800"/>
            </a:lvl1pPr>
          </a:lstStyle>
          <a:p>
            <a:pPr rtl="0"/>
            <a:r>
              <a:rPr lang="fr-FR"/>
              <a:t>Cliquez sur l'icône pour ajouter une image</a:t>
            </a:r>
            <a:endParaRPr lang="fr-FR" dirty="0"/>
          </a:p>
        </p:txBody>
      </p:sp>
      <p:sp>
        <p:nvSpPr>
          <p:cNvPr id="20" name="Espace réservé du numéro de diapositive 2">
            <a:extLst>
              <a:ext uri="{FF2B5EF4-FFF2-40B4-BE49-F238E27FC236}">
                <a16:creationId xmlns:a16="http://schemas.microsoft.com/office/drawing/2014/main" id="{3ACD3A33-D8A4-7058-9798-30967E3EFD39}"/>
              </a:ext>
            </a:extLst>
          </p:cNvPr>
          <p:cNvSpPr>
            <a:spLocks noGrp="1"/>
          </p:cNvSpPr>
          <p:nvPr>
            <p:ph type="sldNum" sz="quarter" idx="10"/>
          </p:nvPr>
        </p:nvSpPr>
        <p:spPr>
          <a:xfrm>
            <a:off x="10438475" y="457199"/>
            <a:ext cx="987552"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22071045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ronologie 3">
    <p:spTree>
      <p:nvGrpSpPr>
        <p:cNvPr id="1" name=""/>
        <p:cNvGrpSpPr/>
        <p:nvPr/>
      </p:nvGrpSpPr>
      <p:grpSpPr>
        <a:xfrm>
          <a:off x="0" y="0"/>
          <a:ext cx="0" cy="0"/>
          <a:chOff x="0" y="0"/>
          <a:chExt cx="0" cy="0"/>
        </a:xfrm>
      </p:grpSpPr>
      <p:sp>
        <p:nvSpPr>
          <p:cNvPr id="12" name="Forme libre 11">
            <a:extLst>
              <a:ext uri="{FF2B5EF4-FFF2-40B4-BE49-F238E27FC236}">
                <a16:creationId xmlns:a16="http://schemas.microsoft.com/office/drawing/2014/main" id="{D014917C-8694-B4A4-A211-0F31F00E247E}"/>
              </a:ext>
              <a:ext uri="{C183D7F6-B498-43B3-948B-1728B52AA6E4}">
                <adec:decorative xmlns:adec="http://schemas.microsoft.com/office/drawing/2017/decorative" val="1"/>
              </a:ext>
            </a:extLst>
          </p:cNvPr>
          <p:cNvSpPr/>
          <p:nvPr userDrawn="1"/>
        </p:nvSpPr>
        <p:spPr>
          <a:xfrm>
            <a:off x="1" y="0"/>
            <a:ext cx="1550562" cy="2545382"/>
          </a:xfrm>
          <a:custGeom>
            <a:avLst/>
            <a:gdLst>
              <a:gd name="connsiteX0" fmla="*/ 683117 w 1550562"/>
              <a:gd name="connsiteY0" fmla="*/ 0 h 2545382"/>
              <a:gd name="connsiteX1" fmla="*/ 1550562 w 1550562"/>
              <a:gd name="connsiteY1" fmla="*/ 0 h 2545382"/>
              <a:gd name="connsiteX2" fmla="*/ 1550562 w 1550562"/>
              <a:gd name="connsiteY2" fmla="*/ 7240 h 2545382"/>
              <a:gd name="connsiteX3" fmla="*/ 221868 w 1550562"/>
              <a:gd name="connsiteY3" fmla="*/ 2418735 h 2545382"/>
              <a:gd name="connsiteX4" fmla="*/ 0 w 1550562"/>
              <a:gd name="connsiteY4" fmla="*/ 2545382 h 2545382"/>
              <a:gd name="connsiteX5" fmla="*/ 0 w 1550562"/>
              <a:gd name="connsiteY5" fmla="*/ 1500516 h 2545382"/>
              <a:gd name="connsiteX6" fmla="*/ 102557 w 1550562"/>
              <a:gd name="connsiteY6" fmla="*/ 1405503 h 2545382"/>
              <a:gd name="connsiteX7" fmla="*/ 673022 w 1550562"/>
              <a:gd name="connsiteY7" fmla="*/ 200390 h 2545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562" h="2545382">
                <a:moveTo>
                  <a:pt x="683117" y="0"/>
                </a:moveTo>
                <a:lnTo>
                  <a:pt x="1550562" y="0"/>
                </a:lnTo>
                <a:lnTo>
                  <a:pt x="1550562" y="7240"/>
                </a:lnTo>
                <a:cubicBezTo>
                  <a:pt x="1550562" y="1022523"/>
                  <a:pt x="1020469" y="1913556"/>
                  <a:pt x="221868" y="2418735"/>
                </a:cubicBezTo>
                <a:lnTo>
                  <a:pt x="0" y="2545382"/>
                </a:lnTo>
                <a:lnTo>
                  <a:pt x="0" y="1500516"/>
                </a:lnTo>
                <a:lnTo>
                  <a:pt x="102557" y="1405503"/>
                </a:lnTo>
                <a:cubicBezTo>
                  <a:pt x="416582" y="1089274"/>
                  <a:pt x="625660" y="668089"/>
                  <a:pt x="673022" y="200390"/>
                </a:cubicBezTo>
                <a:close/>
              </a:path>
            </a:pathLst>
          </a:custGeom>
          <a:solidFill>
            <a:schemeClr val="accent3"/>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p>
        </p:txBody>
      </p:sp>
      <p:sp>
        <p:nvSpPr>
          <p:cNvPr id="10" name="Forme libre 9">
            <a:extLst>
              <a:ext uri="{FF2B5EF4-FFF2-40B4-BE49-F238E27FC236}">
                <a16:creationId xmlns:a16="http://schemas.microsoft.com/office/drawing/2014/main" id="{A7DB6972-BB75-254A-BA88-C0C3E6E93BDB}"/>
              </a:ext>
              <a:ext uri="{C183D7F6-B498-43B3-948B-1728B52AA6E4}">
                <adec:decorative xmlns:adec="http://schemas.microsoft.com/office/drawing/2017/decorative" val="1"/>
              </a:ext>
            </a:extLst>
          </p:cNvPr>
          <p:cNvSpPr/>
          <p:nvPr userDrawn="1"/>
        </p:nvSpPr>
        <p:spPr>
          <a:xfrm>
            <a:off x="1" y="-1"/>
            <a:ext cx="682740" cy="1500050"/>
          </a:xfrm>
          <a:custGeom>
            <a:avLst/>
            <a:gdLst>
              <a:gd name="connsiteX0" fmla="*/ 0 w 682740"/>
              <a:gd name="connsiteY0" fmla="*/ 0 h 1500050"/>
              <a:gd name="connsiteX1" fmla="*/ 682740 w 682740"/>
              <a:gd name="connsiteY1" fmla="*/ 0 h 1500050"/>
              <a:gd name="connsiteX2" fmla="*/ 672647 w 682740"/>
              <a:gd name="connsiteY2" fmla="*/ 200357 h 1500050"/>
              <a:gd name="connsiteX3" fmla="*/ 102290 w 682740"/>
              <a:gd name="connsiteY3" fmla="*/ 1405281 h 1500050"/>
              <a:gd name="connsiteX4" fmla="*/ 0 w 682740"/>
              <a:gd name="connsiteY4" fmla="*/ 1500050 h 1500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740" h="1500050">
                <a:moveTo>
                  <a:pt x="0" y="0"/>
                </a:moveTo>
                <a:lnTo>
                  <a:pt x="682740" y="0"/>
                </a:lnTo>
                <a:lnTo>
                  <a:pt x="672647" y="200357"/>
                </a:lnTo>
                <a:cubicBezTo>
                  <a:pt x="625294" y="667983"/>
                  <a:pt x="416256" y="1089101"/>
                  <a:pt x="102290" y="1405281"/>
                </a:cubicBezTo>
                <a:lnTo>
                  <a:pt x="0" y="1500050"/>
                </a:lnTo>
                <a:close/>
              </a:path>
            </a:pathLst>
          </a:custGeom>
          <a:solidFill>
            <a:schemeClr val="accent1"/>
          </a:solidFill>
          <a:ln>
            <a:noFill/>
          </a:ln>
        </p:spPr>
        <p:txBody>
          <a:bodyPr vert="horz" wrap="square" lIns="91440" tIns="45720" rIns="91440" bIns="45720" numCol="1" rtlCol="0" anchor="t" anchorCtr="0" compatLnSpc="1">
            <a:prstTxWarp prst="textNoShape">
              <a:avLst/>
            </a:prstTxWarp>
            <a:noAutofit/>
          </a:bodyPr>
          <a:lstStyle>
            <a:defPPr>
              <a:defRPr lang="fr-FR"/>
            </a:defPPr>
          </a:lstStyle>
          <a:p>
            <a:pPr lvl="0" rtl="0"/>
            <a:endParaRPr lang="fr-FR" dirty="0">
              <a:solidFill>
                <a:schemeClr val="tx1"/>
              </a:solidFill>
            </a:endParaRPr>
          </a:p>
        </p:txBody>
      </p:sp>
      <p:sp>
        <p:nvSpPr>
          <p:cNvPr id="30" name="Image 2">
            <a:extLst>
              <a:ext uri="{FF2B5EF4-FFF2-40B4-BE49-F238E27FC236}">
                <a16:creationId xmlns:a16="http://schemas.microsoft.com/office/drawing/2014/main" id="{790E862E-398F-571C-EC2C-3D17164DE059}"/>
              </a:ext>
              <a:ext uri="{C183D7F6-B498-43B3-948B-1728B52AA6E4}">
                <adec:decorative xmlns:adec="http://schemas.microsoft.com/office/drawing/2017/decorative" val="1"/>
              </a:ext>
            </a:extLst>
          </p:cNvPr>
          <p:cNvSpPr/>
          <p:nvPr/>
        </p:nvSpPr>
        <p:spPr>
          <a:xfrm>
            <a:off x="170445" y="314191"/>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defPPr>
              <a:defRPr lang="fr-FR"/>
            </a:defPPr>
          </a:lstStyle>
          <a:p>
            <a:pPr rtl="0"/>
            <a:endParaRPr lang="fr-FR" dirty="0"/>
          </a:p>
        </p:txBody>
      </p:sp>
      <p:sp>
        <p:nvSpPr>
          <p:cNvPr id="6" name="Titre 1">
            <a:extLst>
              <a:ext uri="{FF2B5EF4-FFF2-40B4-BE49-F238E27FC236}">
                <a16:creationId xmlns:a16="http://schemas.microsoft.com/office/drawing/2014/main" id="{1C975BF2-D657-C309-269D-B8D006263130}"/>
              </a:ext>
            </a:extLst>
          </p:cNvPr>
          <p:cNvSpPr>
            <a:spLocks noGrp="1"/>
          </p:cNvSpPr>
          <p:nvPr>
            <p:ph type="title" hasCustomPrompt="1"/>
          </p:nvPr>
        </p:nvSpPr>
        <p:spPr>
          <a:xfrm>
            <a:off x="1550563" y="1089213"/>
            <a:ext cx="9879437" cy="980844"/>
          </a:xfrm>
        </p:spPr>
        <p:txBody>
          <a:bodyPr tIns="0" bIns="0" rtlCol="0"/>
          <a:lstStyle>
            <a:lvl1pPr algn="l">
              <a:lnSpc>
                <a:spcPct val="100000"/>
              </a:lnSpc>
              <a:defRPr lang="fr-FR" sz="3600">
                <a:solidFill>
                  <a:schemeClr val="accent6"/>
                </a:solidFill>
              </a:defRPr>
            </a:lvl1pPr>
          </a:lstStyle>
          <a:p>
            <a:pPr rtl="0"/>
            <a:r>
              <a:rPr lang="fr-FR"/>
              <a:t>Cliquez pour ajouter un titre</a:t>
            </a:r>
          </a:p>
        </p:txBody>
      </p:sp>
      <p:sp>
        <p:nvSpPr>
          <p:cNvPr id="4" name="Espace réservé du texte 54">
            <a:extLst>
              <a:ext uri="{FF2B5EF4-FFF2-40B4-BE49-F238E27FC236}">
                <a16:creationId xmlns:a16="http://schemas.microsoft.com/office/drawing/2014/main" id="{A0AEB4DF-13C8-8171-2BDB-FD1AD542E783}"/>
              </a:ext>
            </a:extLst>
          </p:cNvPr>
          <p:cNvSpPr>
            <a:spLocks noGrp="1"/>
          </p:cNvSpPr>
          <p:nvPr>
            <p:ph type="body" sz="quarter" idx="13" hasCustomPrompt="1"/>
          </p:nvPr>
        </p:nvSpPr>
        <p:spPr>
          <a:xfrm>
            <a:off x="1550564" y="2331958"/>
            <a:ext cx="2975217" cy="3704266"/>
          </a:xfrm>
        </p:spPr>
        <p:txBody>
          <a:bodyPr lIns="91440" tIns="0" rIns="91440" bIns="0" rtlCol="0" anchor="t" anchorCtr="0">
            <a:noAutofit/>
          </a:bodyPr>
          <a:lstStyle>
            <a:lvl1pPr marL="0" indent="0">
              <a:lnSpc>
                <a:spcPct val="100000"/>
              </a:lnSpc>
              <a:spcBef>
                <a:spcPts val="0"/>
              </a:spcBef>
              <a:spcAft>
                <a:spcPts val="1200"/>
              </a:spcAft>
              <a:buFont typeface="Arial" panose="020B0604020202020204" pitchFamily="34" charset="0"/>
              <a:buNone/>
              <a:defRPr lang="fr-FR" sz="1800"/>
            </a:lvl1pPr>
          </a:lstStyle>
          <a:p>
            <a:pPr rtl="0"/>
            <a:r>
              <a:rPr lang="fr-FR"/>
              <a:t>Cliquez pour ajouter un sous-titre</a:t>
            </a:r>
          </a:p>
        </p:txBody>
      </p:sp>
      <p:sp>
        <p:nvSpPr>
          <p:cNvPr id="9" name="Espace réservé du contenu 2">
            <a:extLst>
              <a:ext uri="{FF2B5EF4-FFF2-40B4-BE49-F238E27FC236}">
                <a16:creationId xmlns:a16="http://schemas.microsoft.com/office/drawing/2014/main" id="{42134EBA-AF32-9F8A-370F-0D3E842F0397}"/>
              </a:ext>
            </a:extLst>
          </p:cNvPr>
          <p:cNvSpPr>
            <a:spLocks noGrp="1"/>
          </p:cNvSpPr>
          <p:nvPr>
            <p:ph sz="half" idx="1" hasCustomPrompt="1"/>
          </p:nvPr>
        </p:nvSpPr>
        <p:spPr>
          <a:xfrm>
            <a:off x="5087154" y="2331791"/>
            <a:ext cx="6345893" cy="3721817"/>
          </a:xfrm>
        </p:spPr>
        <p:txBody>
          <a:bodyPr lIns="91440" rIns="91440" rtlCol="0">
            <a:normAutofit/>
          </a:bodyPr>
          <a:lstStyle>
            <a:lvl1pPr>
              <a:defRPr lang="fr-FR" sz="1800"/>
            </a:lvl1pPr>
            <a:lvl2pPr>
              <a:defRPr lang="fr-FR" sz="1800"/>
            </a:lvl2pPr>
            <a:lvl3pPr>
              <a:defRPr lang="fr-FR" sz="1800"/>
            </a:lvl3pPr>
            <a:lvl4pPr>
              <a:defRPr lang="fr-FR" sz="1800"/>
            </a:lvl4pPr>
            <a:lvl5pPr>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20" name="Espace réservé du numéro de diapositive 2">
            <a:extLst>
              <a:ext uri="{FF2B5EF4-FFF2-40B4-BE49-F238E27FC236}">
                <a16:creationId xmlns:a16="http://schemas.microsoft.com/office/drawing/2014/main" id="{AE99A73D-155B-A133-9671-506F54A0559A}"/>
              </a:ext>
            </a:extLst>
          </p:cNvPr>
          <p:cNvSpPr>
            <a:spLocks noGrp="1"/>
          </p:cNvSpPr>
          <p:nvPr>
            <p:ph type="sldNum" sz="quarter" idx="10"/>
          </p:nvPr>
        </p:nvSpPr>
        <p:spPr>
          <a:xfrm>
            <a:off x="10358437" y="457199"/>
            <a:ext cx="1067589"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2203958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ésumé 3">
    <p:spTree>
      <p:nvGrpSpPr>
        <p:cNvPr id="1" name=""/>
        <p:cNvGrpSpPr/>
        <p:nvPr/>
      </p:nvGrpSpPr>
      <p:grpSpPr>
        <a:xfrm>
          <a:off x="0" y="0"/>
          <a:ext cx="0" cy="0"/>
          <a:chOff x="0" y="0"/>
          <a:chExt cx="0" cy="0"/>
        </a:xfrm>
      </p:grpSpPr>
      <p:pic>
        <p:nvPicPr>
          <p:cNvPr id="29" name="Graphisme 28">
            <a:extLst>
              <a:ext uri="{FF2B5EF4-FFF2-40B4-BE49-F238E27FC236}">
                <a16:creationId xmlns:a16="http://schemas.microsoft.com/office/drawing/2014/main" id="{D5595DD5-43B0-252F-8BC6-6B74340C5BC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7193"/>
          <a:stretch/>
        </p:blipFill>
        <p:spPr>
          <a:xfrm>
            <a:off x="1" y="-1"/>
            <a:ext cx="443344" cy="6856025"/>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sp>
        <p:nvSpPr>
          <p:cNvPr id="2" name="Titre 1"/>
          <p:cNvSpPr>
            <a:spLocks noGrp="1"/>
          </p:cNvSpPr>
          <p:nvPr>
            <p:ph type="title" hasCustomPrompt="1"/>
          </p:nvPr>
        </p:nvSpPr>
        <p:spPr>
          <a:xfrm>
            <a:off x="1550564" y="1057274"/>
            <a:ext cx="9875463" cy="999746"/>
          </a:xfrm>
        </p:spPr>
        <p:txBody>
          <a:bodyPr tIns="0" bIns="0" rtlCol="0">
            <a:noAutofit/>
          </a:bodyPr>
          <a:lstStyle>
            <a:lvl1pPr algn="l">
              <a:lnSpc>
                <a:spcPct val="100000"/>
              </a:lnSpc>
              <a:defRPr lang="fr-FR" sz="3600" b="1"/>
            </a:lvl1pPr>
          </a:lstStyle>
          <a:p>
            <a:pPr rtl="0"/>
            <a:r>
              <a:rPr lang="fr-FR"/>
              <a:t>Cliquez pour ajouter un titre</a:t>
            </a:r>
          </a:p>
        </p:txBody>
      </p:sp>
      <p:sp>
        <p:nvSpPr>
          <p:cNvPr id="49" name="Forme libre 48">
            <a:extLst>
              <a:ext uri="{FF2B5EF4-FFF2-40B4-BE49-F238E27FC236}">
                <a16:creationId xmlns:a16="http://schemas.microsoft.com/office/drawing/2014/main" id="{BC3A3767-6C5E-8188-0A49-955BBACE37F0}"/>
              </a:ext>
              <a:ext uri="{C183D7F6-B498-43B3-948B-1728B52AA6E4}">
                <adec:decorative xmlns:adec="http://schemas.microsoft.com/office/drawing/2017/decorative" val="1"/>
              </a:ext>
            </a:extLst>
          </p:cNvPr>
          <p:cNvSpPr/>
          <p:nvPr userDrawn="1"/>
        </p:nvSpPr>
        <p:spPr>
          <a:xfrm flipH="1" flipV="1">
            <a:off x="-3" y="4420134"/>
            <a:ext cx="1293237" cy="2437866"/>
          </a:xfrm>
          <a:custGeom>
            <a:avLst/>
            <a:gdLst>
              <a:gd name="connsiteX0" fmla="*/ 1293237 w 1293237"/>
              <a:gd name="connsiteY0" fmla="*/ 2437866 h 2437866"/>
              <a:gd name="connsiteX1" fmla="*/ 1292465 w 1293237"/>
              <a:gd name="connsiteY1" fmla="*/ 2437373 h 2437866"/>
              <a:gd name="connsiteX2" fmla="*/ 0 w 1293237"/>
              <a:gd name="connsiteY2" fmla="*/ 0 h 2437866"/>
              <a:gd name="connsiteX3" fmla="*/ 1293237 w 1293237"/>
              <a:gd name="connsiteY3" fmla="*/ 0 h 2437866"/>
            </a:gdLst>
            <a:ahLst/>
            <a:cxnLst>
              <a:cxn ang="0">
                <a:pos x="connsiteX0" y="connsiteY0"/>
              </a:cxn>
              <a:cxn ang="0">
                <a:pos x="connsiteX1" y="connsiteY1"/>
              </a:cxn>
              <a:cxn ang="0">
                <a:pos x="connsiteX2" y="connsiteY2"/>
              </a:cxn>
              <a:cxn ang="0">
                <a:pos x="connsiteX3" y="connsiteY3"/>
              </a:cxn>
            </a:cxnLst>
            <a:rect l="l" t="t" r="r" b="b"/>
            <a:pathLst>
              <a:path w="1293237" h="2437866">
                <a:moveTo>
                  <a:pt x="1293237" y="2437866"/>
                </a:moveTo>
                <a:lnTo>
                  <a:pt x="1292465" y="2437373"/>
                </a:lnTo>
                <a:cubicBezTo>
                  <a:pt x="511725" y="1903845"/>
                  <a:pt x="0" y="1011184"/>
                  <a:pt x="0" y="0"/>
                </a:cubicBezTo>
                <a:lnTo>
                  <a:pt x="1293237" y="0"/>
                </a:lnTo>
                <a:close/>
              </a:path>
            </a:pathLst>
          </a:custGeom>
          <a:solidFill>
            <a:schemeClr val="accent1"/>
          </a:solidFill>
          <a:ln w="4763" cap="flat">
            <a:noFill/>
            <a:prstDash val="solid"/>
            <a:miter/>
          </a:ln>
        </p:spPr>
        <p:txBody>
          <a:bodyPr wrap="square" rtlCol="0" anchor="ctr">
            <a:noAutofit/>
          </a:bodyPr>
          <a:lstStyle>
            <a:defPPr>
              <a:defRPr lang="fr-FR"/>
            </a:defPPr>
          </a:lstStyle>
          <a:p>
            <a:pPr rtl="0"/>
            <a:endParaRPr lang="fr-FR" dirty="0"/>
          </a:p>
        </p:txBody>
      </p:sp>
      <p:sp>
        <p:nvSpPr>
          <p:cNvPr id="16" name="Espace réservé du contenu 3">
            <a:extLst>
              <a:ext uri="{FF2B5EF4-FFF2-40B4-BE49-F238E27FC236}">
                <a16:creationId xmlns:a16="http://schemas.microsoft.com/office/drawing/2014/main" id="{E4BD7F71-D12B-4F27-1505-FF681CF55F73}"/>
              </a:ext>
            </a:extLst>
          </p:cNvPr>
          <p:cNvSpPr>
            <a:spLocks noGrp="1"/>
          </p:cNvSpPr>
          <p:nvPr>
            <p:ph sz="half" idx="2" hasCustomPrompt="1"/>
          </p:nvPr>
        </p:nvSpPr>
        <p:spPr>
          <a:xfrm>
            <a:off x="1550564" y="2303028"/>
            <a:ext cx="5829147" cy="3961593"/>
          </a:xfrm>
        </p:spPr>
        <p:txBody>
          <a:bodyPr lIns="91440" tIns="0" rIns="91440" bIns="0" rtlCol="0">
            <a:normAutofit/>
          </a:bodyPr>
          <a:lstStyle>
            <a:lvl1pPr>
              <a:spcBef>
                <a:spcPts val="1000"/>
              </a:spcBef>
              <a:defRPr lang="fr-FR" sz="1800"/>
            </a:lvl1pPr>
            <a:lvl2pPr>
              <a:spcBef>
                <a:spcPts val="1000"/>
              </a:spcBef>
              <a:defRPr lang="fr-FR" sz="1800"/>
            </a:lvl2pPr>
            <a:lvl3pPr>
              <a:spcBef>
                <a:spcPts val="1000"/>
              </a:spcBef>
              <a:defRPr lang="fr-FR" sz="1800"/>
            </a:lvl3pPr>
            <a:lvl4pPr>
              <a:spcBef>
                <a:spcPts val="1000"/>
              </a:spcBef>
              <a:defRPr lang="fr-FR" sz="1800"/>
            </a:lvl4pPr>
            <a:lvl5pPr>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18" name="Espace réservé du contenu 3">
            <a:extLst>
              <a:ext uri="{FF2B5EF4-FFF2-40B4-BE49-F238E27FC236}">
                <a16:creationId xmlns:a16="http://schemas.microsoft.com/office/drawing/2014/main" id="{FB87C65D-4EF3-18C8-18A8-477F87A37E51}"/>
              </a:ext>
            </a:extLst>
          </p:cNvPr>
          <p:cNvSpPr>
            <a:spLocks noGrp="1"/>
          </p:cNvSpPr>
          <p:nvPr>
            <p:ph sz="half" idx="15" hasCustomPrompt="1"/>
          </p:nvPr>
        </p:nvSpPr>
        <p:spPr>
          <a:xfrm>
            <a:off x="7940842" y="2303028"/>
            <a:ext cx="3485184" cy="3961593"/>
          </a:xfrm>
        </p:spPr>
        <p:txBody>
          <a:bodyPr lIns="91440" tIns="0" rIns="91440" bIns="0" rtlCol="0">
            <a:normAutofit/>
          </a:bodyPr>
          <a:lstStyle>
            <a:lvl1pPr>
              <a:spcBef>
                <a:spcPts val="1000"/>
              </a:spcBef>
              <a:defRPr lang="fr-FR" sz="1800"/>
            </a:lvl1pPr>
            <a:lvl2pPr>
              <a:spcBef>
                <a:spcPts val="1000"/>
              </a:spcBef>
              <a:defRPr lang="fr-FR" sz="1800"/>
            </a:lvl2pPr>
            <a:lvl3pPr>
              <a:spcBef>
                <a:spcPts val="1000"/>
              </a:spcBef>
              <a:defRPr lang="fr-FR" sz="1800"/>
            </a:lvl3pPr>
            <a:lvl4pPr>
              <a:spcBef>
                <a:spcPts val="1000"/>
              </a:spcBef>
              <a:defRPr lang="fr-FR" sz="1800"/>
            </a:lvl4pPr>
            <a:lvl5pPr>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27" name="Espace réservé du numéro de diapositive 2">
            <a:extLst>
              <a:ext uri="{FF2B5EF4-FFF2-40B4-BE49-F238E27FC236}">
                <a16:creationId xmlns:a16="http://schemas.microsoft.com/office/drawing/2014/main" id="{AEFFA34C-885D-E995-D8F9-B4ACFBF3110D}"/>
              </a:ext>
            </a:extLst>
          </p:cNvPr>
          <p:cNvSpPr>
            <a:spLocks noGrp="1"/>
          </p:cNvSpPr>
          <p:nvPr>
            <p:ph type="sldNum" sz="quarter" idx="10"/>
          </p:nvPr>
        </p:nvSpPr>
        <p:spPr>
          <a:xfrm>
            <a:off x="10438475" y="457199"/>
            <a:ext cx="987552"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pic>
        <p:nvPicPr>
          <p:cNvPr id="43" name="Graphisme 42">
            <a:extLst>
              <a:ext uri="{FF2B5EF4-FFF2-40B4-BE49-F238E27FC236}">
                <a16:creationId xmlns:a16="http://schemas.microsoft.com/office/drawing/2014/main" id="{C6639AD7-128F-B39D-B45F-0F22A2C6D68B}"/>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7193"/>
          <a:stretch/>
        </p:blipFill>
        <p:spPr>
          <a:xfrm rot="5400000">
            <a:off x="6072641" y="-5676015"/>
            <a:ext cx="443344" cy="11795374"/>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pic>
        <p:nvPicPr>
          <p:cNvPr id="54" name="Graphisme 53">
            <a:extLst>
              <a:ext uri="{FF2B5EF4-FFF2-40B4-BE49-F238E27FC236}">
                <a16:creationId xmlns:a16="http://schemas.microsoft.com/office/drawing/2014/main" id="{48479A23-C29C-C711-510C-05B69B882268}"/>
              </a:ext>
              <a:ext uri="{C183D7F6-B498-43B3-948B-1728B52AA6E4}">
                <adec:decorative xmlns:adec="http://schemas.microsoft.com/office/drawing/2017/decorative" val="1"/>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t="11443" r="10857"/>
          <a:stretch/>
        </p:blipFill>
        <p:spPr>
          <a:xfrm rot="16200000">
            <a:off x="-6447" y="6444"/>
            <a:ext cx="1961253" cy="1948364"/>
          </a:xfrm>
          <a:custGeom>
            <a:avLst/>
            <a:gdLst>
              <a:gd name="connsiteX0" fmla="*/ 1961253 w 1961253"/>
              <a:gd name="connsiteY0" fmla="*/ 0 h 1948364"/>
              <a:gd name="connsiteX1" fmla="*/ 1961253 w 1961253"/>
              <a:gd name="connsiteY1" fmla="*/ 1948364 h 1948364"/>
              <a:gd name="connsiteX2" fmla="*/ 0 w 1961253"/>
              <a:gd name="connsiteY2" fmla="*/ 1948364 h 1948364"/>
              <a:gd name="connsiteX3" fmla="*/ 0 w 1961253"/>
              <a:gd name="connsiteY3" fmla="*/ 0 h 1948364"/>
            </a:gdLst>
            <a:ahLst/>
            <a:cxnLst>
              <a:cxn ang="0">
                <a:pos x="connsiteX0" y="connsiteY0"/>
              </a:cxn>
              <a:cxn ang="0">
                <a:pos x="connsiteX1" y="connsiteY1"/>
              </a:cxn>
              <a:cxn ang="0">
                <a:pos x="connsiteX2" y="connsiteY2"/>
              </a:cxn>
              <a:cxn ang="0">
                <a:pos x="connsiteX3" y="connsiteY3"/>
              </a:cxn>
            </a:cxnLst>
            <a:rect l="l" t="t" r="r" b="b"/>
            <a:pathLst>
              <a:path w="1961253" h="1948364">
                <a:moveTo>
                  <a:pt x="1961253" y="0"/>
                </a:moveTo>
                <a:lnTo>
                  <a:pt x="1961253" y="1948364"/>
                </a:lnTo>
                <a:lnTo>
                  <a:pt x="0" y="1948364"/>
                </a:lnTo>
                <a:lnTo>
                  <a:pt x="0" y="0"/>
                </a:lnTo>
                <a:close/>
              </a:path>
            </a:pathLst>
          </a:custGeom>
        </p:spPr>
      </p:pic>
      <p:sp>
        <p:nvSpPr>
          <p:cNvPr id="7" name="Image 2">
            <a:extLst>
              <a:ext uri="{FF2B5EF4-FFF2-40B4-BE49-F238E27FC236}">
                <a16:creationId xmlns:a16="http://schemas.microsoft.com/office/drawing/2014/main" id="{F3DC42FA-4B8F-2EFC-CAB4-1CCAB93BEB7B}"/>
              </a:ext>
              <a:ext uri="{C183D7F6-B498-43B3-948B-1728B52AA6E4}">
                <adec:decorative xmlns:adec="http://schemas.microsoft.com/office/drawing/2017/decorative" val="1"/>
              </a:ext>
            </a:extLst>
          </p:cNvPr>
          <p:cNvSpPr/>
          <p:nvPr userDrawn="1"/>
        </p:nvSpPr>
        <p:spPr>
          <a:xfrm>
            <a:off x="396626" y="4929577"/>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defPPr>
              <a:defRPr lang="fr-FR"/>
            </a:defPPr>
          </a:lstStyle>
          <a:p>
            <a:pPr rtl="0"/>
            <a:endParaRPr lang="fr-FR" dirty="0"/>
          </a:p>
        </p:txBody>
      </p:sp>
    </p:spTree>
    <p:extLst>
      <p:ext uri="{BB962C8B-B14F-4D97-AF65-F5344CB8AC3E}">
        <p14:creationId xmlns:p14="http://schemas.microsoft.com/office/powerpoint/2010/main" val="2586650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ronologie 2">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0"/>
            <a:ext cx="12216063" cy="34671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fr-FR"/>
            </a:defPPr>
          </a:lstStyle>
          <a:p>
            <a:pPr algn="ctr" rtl="0"/>
            <a:endParaRPr lang="fr-FR"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stStyle>
          <a:p>
            <a:pPr algn="ctr" rtl="0"/>
            <a:endParaRPr lang="fr-FR" sz="1600" dirty="0"/>
          </a:p>
        </p:txBody>
      </p:sp>
      <p:sp>
        <p:nvSpPr>
          <p:cNvPr id="2" name="Titr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1057274"/>
            <a:ext cx="10511627" cy="1012785"/>
          </a:xfrm>
        </p:spPr>
        <p:txBody>
          <a:bodyPr tIns="0" bIns="0" rtlCol="0"/>
          <a:lstStyle>
            <a:lvl1pPr algn="ctr">
              <a:lnSpc>
                <a:spcPct val="100000"/>
              </a:lnSpc>
              <a:defRPr lang="fr-FR" sz="3600">
                <a:solidFill>
                  <a:schemeClr val="accent6"/>
                </a:solidFill>
              </a:defRPr>
            </a:lvl1pPr>
          </a:lstStyle>
          <a:p>
            <a:pPr rtl="0"/>
            <a:r>
              <a:rPr lang="fr-FR"/>
              <a:t>Cliquez pour ajouter un titre</a:t>
            </a:r>
          </a:p>
        </p:txBody>
      </p:sp>
      <p:sp>
        <p:nvSpPr>
          <p:cNvPr id="14" name="Espace réservé du contenu 5">
            <a:extLst>
              <a:ext uri="{FF2B5EF4-FFF2-40B4-BE49-F238E27FC236}">
                <a16:creationId xmlns:a16="http://schemas.microsoft.com/office/drawing/2014/main" id="{4D6DED8E-165F-59D7-F01C-4EF0446E5FC0}"/>
              </a:ext>
            </a:extLst>
          </p:cNvPr>
          <p:cNvSpPr>
            <a:spLocks noGrp="1"/>
          </p:cNvSpPr>
          <p:nvPr userDrawn="1">
            <p:ph sz="quarter" idx="4" hasCustomPrompt="1"/>
          </p:nvPr>
        </p:nvSpPr>
        <p:spPr>
          <a:xfrm>
            <a:off x="914400" y="2316067"/>
            <a:ext cx="10511627" cy="3948557"/>
          </a:xfrm>
        </p:spPr>
        <p:txBody>
          <a:bodyPr lIns="91440" tIns="91440" rIns="91440" bIns="91440" rtlCol="0">
            <a:normAutofit/>
          </a:bodyPr>
          <a:lstStyle>
            <a:lvl1pPr>
              <a:spcBef>
                <a:spcPts val="1000"/>
              </a:spcBef>
              <a:defRPr lang="fr-FR" sz="1800"/>
            </a:lvl1pPr>
            <a:lvl2pPr>
              <a:spcBef>
                <a:spcPts val="1000"/>
              </a:spcBef>
              <a:defRPr lang="fr-FR" sz="1800"/>
            </a:lvl2pPr>
            <a:lvl3pPr>
              <a:spcBef>
                <a:spcPts val="1000"/>
              </a:spcBef>
              <a:defRPr lang="fr-FR" sz="1800"/>
            </a:lvl3pPr>
            <a:lvl4pPr>
              <a:spcBef>
                <a:spcPts val="1000"/>
              </a:spcBef>
              <a:defRPr lang="fr-FR" sz="1800"/>
            </a:lvl4pPr>
            <a:lvl5pPr>
              <a:spcBef>
                <a:spcPts val="1000"/>
              </a:spcBef>
              <a:defRPr lang="fr-FR" sz="1800"/>
            </a:lvl5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
        <p:nvSpPr>
          <p:cNvPr id="16" name="Espace réservé du numéro de diapositive 2">
            <a:extLst>
              <a:ext uri="{FF2B5EF4-FFF2-40B4-BE49-F238E27FC236}">
                <a16:creationId xmlns:a16="http://schemas.microsoft.com/office/drawing/2014/main" id="{2933FDAB-13EE-5F9F-5DFC-A5A60BC63623}"/>
              </a:ext>
            </a:extLst>
          </p:cNvPr>
          <p:cNvSpPr>
            <a:spLocks noGrp="1"/>
          </p:cNvSpPr>
          <p:nvPr>
            <p:ph type="sldNum" sz="quarter" idx="10"/>
          </p:nvPr>
        </p:nvSpPr>
        <p:spPr>
          <a:xfrm>
            <a:off x="10358437" y="457199"/>
            <a:ext cx="1067589" cy="471489"/>
          </a:xfrm>
        </p:spPr>
        <p:txBody>
          <a:bodyPr rtlCol="0"/>
          <a:lstStyle>
            <a:lvl1pPr>
              <a:defRPr lang="fr-FR" sz="1600">
                <a:latin typeface="+mj-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27675081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ôture">
    <p:bg>
      <p:bgPr>
        <a:solidFill>
          <a:schemeClr val="accent6"/>
        </a:solidFill>
        <a:effectLst/>
      </p:bgPr>
    </p:bg>
    <p:spTree>
      <p:nvGrpSpPr>
        <p:cNvPr id="1" name=""/>
        <p:cNvGrpSpPr/>
        <p:nvPr/>
      </p:nvGrpSpPr>
      <p:grpSpPr>
        <a:xfrm>
          <a:off x="0" y="0"/>
          <a:ext cx="0" cy="0"/>
          <a:chOff x="0" y="0"/>
          <a:chExt cx="0" cy="0"/>
        </a:xfrm>
      </p:grpSpPr>
      <p:sp>
        <p:nvSpPr>
          <p:cNvPr id="13" name="Freeform: Forme 12">
            <a:extLst>
              <a:ext uri="{FF2B5EF4-FFF2-40B4-BE49-F238E27FC236}">
                <a16:creationId xmlns:a16="http://schemas.microsoft.com/office/drawing/2014/main" id="{AEF1F750-031C-BDB7-BD7B-9CBE17406FDB}"/>
              </a:ext>
              <a:ext uri="{C183D7F6-B498-43B3-948B-1728B52AA6E4}">
                <adec:decorative xmlns:adec="http://schemas.microsoft.com/office/drawing/2017/decorative" val="1"/>
              </a:ext>
            </a:extLst>
          </p:cNvPr>
          <p:cNvSpPr/>
          <p:nvPr userDrawn="1"/>
        </p:nvSpPr>
        <p:spPr>
          <a:xfrm>
            <a:off x="0" y="0"/>
            <a:ext cx="8948738" cy="6858000"/>
          </a:xfrm>
          <a:custGeom>
            <a:avLst/>
            <a:gdLst>
              <a:gd name="connsiteX0" fmla="*/ 0 w 8948738"/>
              <a:gd name="connsiteY0" fmla="*/ 0 h 6858000"/>
              <a:gd name="connsiteX1" fmla="*/ 5932941 w 8948738"/>
              <a:gd name="connsiteY1" fmla="*/ 0 h 6858000"/>
              <a:gd name="connsiteX2" fmla="*/ 6047310 w 8948738"/>
              <a:gd name="connsiteY2" fmla="*/ 14613 h 6858000"/>
              <a:gd name="connsiteX3" fmla="*/ 8948738 w 8948738"/>
              <a:gd name="connsiteY3" fmla="*/ 3416480 h 6858000"/>
              <a:gd name="connsiteX4" fmla="*/ 5702202 w 8948738"/>
              <a:gd name="connsiteY4" fmla="*/ 6853523 h 6858000"/>
              <a:gd name="connsiteX5" fmla="*/ 5526113 w 8948738"/>
              <a:gd name="connsiteY5" fmla="*/ 6858000 h 6858000"/>
              <a:gd name="connsiteX6" fmla="*/ 0 w 89487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48738" h="6858000">
                <a:moveTo>
                  <a:pt x="0" y="0"/>
                </a:moveTo>
                <a:lnTo>
                  <a:pt x="5932941" y="0"/>
                </a:lnTo>
                <a:lnTo>
                  <a:pt x="6047310" y="14613"/>
                </a:lnTo>
                <a:cubicBezTo>
                  <a:pt x="7690210" y="267026"/>
                  <a:pt x="8948738" y="1693971"/>
                  <a:pt x="8948738" y="3416480"/>
                </a:cubicBezTo>
                <a:cubicBezTo>
                  <a:pt x="8948738" y="5257788"/>
                  <a:pt x="7510634" y="6761349"/>
                  <a:pt x="5702202" y="6853523"/>
                </a:cubicBezTo>
                <a:lnTo>
                  <a:pt x="5526113" y="6858000"/>
                </a:lnTo>
                <a:lnTo>
                  <a:pt x="0" y="6858000"/>
                </a:lnTo>
                <a:close/>
              </a:path>
            </a:pathLst>
          </a:custGeom>
          <a:solidFill>
            <a:schemeClr val="bg1"/>
          </a:solidFill>
          <a:ln w="47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19" name="Forme libre : Forme 18">
            <a:extLst>
              <a:ext uri="{FF2B5EF4-FFF2-40B4-BE49-F238E27FC236}">
                <a16:creationId xmlns:a16="http://schemas.microsoft.com/office/drawing/2014/main" id="{FEB515B5-2D9F-58E1-6E3C-CCBF105D891E}"/>
              </a:ext>
              <a:ext uri="{C183D7F6-B498-43B3-948B-1728B52AA6E4}">
                <adec:decorative xmlns:adec="http://schemas.microsoft.com/office/drawing/2017/decorative" val="1"/>
              </a:ext>
            </a:extLst>
          </p:cNvPr>
          <p:cNvSpPr/>
          <p:nvPr userDrawn="1"/>
        </p:nvSpPr>
        <p:spPr>
          <a:xfrm>
            <a:off x="7527501" y="0"/>
            <a:ext cx="4671276" cy="6857999"/>
          </a:xfrm>
          <a:custGeom>
            <a:avLst/>
            <a:gdLst>
              <a:gd name="connsiteX0" fmla="*/ 3416476 w 4653374"/>
              <a:gd name="connsiteY0" fmla="*/ 0 h 6831717"/>
              <a:gd name="connsiteX1" fmla="*/ 4653374 w 4653374"/>
              <a:gd name="connsiteY1" fmla="*/ 0 h 6831717"/>
              <a:gd name="connsiteX2" fmla="*/ 4653374 w 4653374"/>
              <a:gd name="connsiteY2" fmla="*/ 6831717 h 6831717"/>
              <a:gd name="connsiteX3" fmla="*/ 3416476 w 4653374"/>
              <a:gd name="connsiteY3" fmla="*/ 6831717 h 6831717"/>
              <a:gd name="connsiteX4" fmla="*/ 0 w 4653374"/>
              <a:gd name="connsiteY4" fmla="*/ 3415863 h 6831717"/>
              <a:gd name="connsiteX5" fmla="*/ 3416476 w 4653374"/>
              <a:gd name="connsiteY5" fmla="*/ 0 h 683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53374" h="6831717">
                <a:moveTo>
                  <a:pt x="3416476" y="0"/>
                </a:moveTo>
                <a:lnTo>
                  <a:pt x="4653374" y="0"/>
                </a:lnTo>
                <a:lnTo>
                  <a:pt x="4653374" y="6831717"/>
                </a:lnTo>
                <a:lnTo>
                  <a:pt x="3416476" y="6831717"/>
                </a:lnTo>
                <a:cubicBezTo>
                  <a:pt x="1529612" y="6831717"/>
                  <a:pt x="0" y="5302406"/>
                  <a:pt x="0" y="3415863"/>
                </a:cubicBezTo>
                <a:cubicBezTo>
                  <a:pt x="0" y="1529335"/>
                  <a:pt x="1529607" y="0"/>
                  <a:pt x="3416476" y="0"/>
                </a:cubicBezTo>
                <a:close/>
              </a:path>
            </a:pathLst>
          </a:custGeom>
          <a:solidFill>
            <a:schemeClr val="accent1"/>
          </a:solidFill>
          <a:ln w="4777" cap="flat">
            <a:noFill/>
            <a:prstDash val="solid"/>
            <a:miter/>
          </a:ln>
        </p:spPr>
        <p:txBody>
          <a:bodyPr rtlCol="0" anchor="ctr"/>
          <a:lstStyle>
            <a:defPPr>
              <a:defRPr lang="fr-FR"/>
            </a:defPPr>
          </a:lstStyle>
          <a:p>
            <a:pPr rtl="0"/>
            <a:endParaRPr lang="fr-FR" dirty="0"/>
          </a:p>
        </p:txBody>
      </p:sp>
      <p:pic>
        <p:nvPicPr>
          <p:cNvPr id="9" name="Image 2">
            <a:extLst>
              <a:ext uri="{FF2B5EF4-FFF2-40B4-BE49-F238E27FC236}">
                <a16:creationId xmlns:a16="http://schemas.microsoft.com/office/drawing/2014/main" id="{5CCFEDF9-5B69-87BA-8A33-35033DA4013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8766586" y="0"/>
            <a:ext cx="3432191" cy="3432191"/>
          </a:xfrm>
          <a:prstGeom prst="rect">
            <a:avLst/>
          </a:prstGeom>
        </p:spPr>
      </p:pic>
      <p:sp>
        <p:nvSpPr>
          <p:cNvPr id="2" name="Titre 1"/>
          <p:cNvSpPr>
            <a:spLocks noGrp="1"/>
          </p:cNvSpPr>
          <p:nvPr>
            <p:ph type="ctrTitle" hasCustomPrompt="1"/>
          </p:nvPr>
        </p:nvSpPr>
        <p:spPr>
          <a:xfrm>
            <a:off x="914401" y="849782"/>
            <a:ext cx="5715000" cy="2727709"/>
          </a:xfrm>
        </p:spPr>
        <p:txBody>
          <a:bodyPr tIns="0" bIns="0" rtlCol="0" anchor="b" anchorCtr="0">
            <a:noAutofit/>
          </a:bodyPr>
          <a:lstStyle>
            <a:lvl1pPr algn="l">
              <a:lnSpc>
                <a:spcPct val="100000"/>
              </a:lnSpc>
              <a:defRPr lang="fr-FR" sz="3600"/>
            </a:lvl1pPr>
          </a:lstStyle>
          <a:p>
            <a:pPr rtl="0"/>
            <a:r>
              <a:rPr lang="fr-FR"/>
              <a:t>Cliquez pour ajouter un titre</a:t>
            </a:r>
          </a:p>
        </p:txBody>
      </p:sp>
      <p:sp>
        <p:nvSpPr>
          <p:cNvPr id="6" name="Sous-titre 2">
            <a:extLst>
              <a:ext uri="{FF2B5EF4-FFF2-40B4-BE49-F238E27FC236}">
                <a16:creationId xmlns:a16="http://schemas.microsoft.com/office/drawing/2014/main" id="{86F10CB4-CF79-A942-DA9C-04CBB7C89DC3}"/>
              </a:ext>
            </a:extLst>
          </p:cNvPr>
          <p:cNvSpPr>
            <a:spLocks noGrp="1"/>
          </p:cNvSpPr>
          <p:nvPr>
            <p:ph type="subTitle" idx="1" hasCustomPrompt="1"/>
          </p:nvPr>
        </p:nvSpPr>
        <p:spPr>
          <a:xfrm>
            <a:off x="914401" y="3813606"/>
            <a:ext cx="5715000" cy="2234642"/>
          </a:xfrm>
        </p:spPr>
        <p:txBody>
          <a:bodyPr lIns="91440" tIns="0" rIns="91440" bIns="0" rtlCol="0" anchor="t" anchorCtr="0">
            <a:normAutofit/>
          </a:bodyPr>
          <a:lstStyle>
            <a:lvl1pPr marL="0" indent="0" algn="l">
              <a:spcBef>
                <a:spcPts val="576"/>
              </a:spcBef>
              <a:buNone/>
              <a:defRPr lang="fr-FR" sz="2400"/>
            </a:lvl1pPr>
            <a:lvl2pPr marL="457200" indent="0" algn="ctr">
              <a:buNone/>
              <a:defRPr lang="fr-FR" sz="2000"/>
            </a:lvl2pPr>
            <a:lvl3pPr marL="914400" indent="0" algn="ctr">
              <a:buNone/>
              <a:defRPr lang="fr-FR" sz="1800"/>
            </a:lvl3pPr>
            <a:lvl4pPr marL="1371600" indent="0" algn="ctr">
              <a:buNone/>
              <a:defRPr lang="fr-FR" sz="1600"/>
            </a:lvl4pPr>
            <a:lvl5pPr marL="1828800" indent="0" algn="ctr">
              <a:buNone/>
              <a:defRPr lang="fr-FR" sz="1600"/>
            </a:lvl5pPr>
            <a:lvl6pPr marL="2286000" indent="0" algn="ctr">
              <a:buNone/>
              <a:defRPr lang="fr-FR" sz="1600"/>
            </a:lvl6pPr>
            <a:lvl7pPr marL="2743200" indent="0" algn="ctr">
              <a:buNone/>
              <a:defRPr lang="fr-FR" sz="1600"/>
            </a:lvl7pPr>
            <a:lvl8pPr marL="3200400" indent="0" algn="ctr">
              <a:buNone/>
              <a:defRPr lang="fr-FR" sz="1600"/>
            </a:lvl8pPr>
            <a:lvl9pPr marL="3657600" indent="0" algn="ctr">
              <a:buNone/>
              <a:defRPr lang="fr-FR" sz="1600"/>
            </a:lvl9pPr>
          </a:lstStyle>
          <a:p>
            <a:pPr rtl="0"/>
            <a:r>
              <a:rPr lang="fr-FR"/>
              <a:t>Cliquez pour ajouter un sous-titre</a:t>
            </a:r>
          </a:p>
        </p:txBody>
      </p:sp>
    </p:spTree>
    <p:extLst>
      <p:ext uri="{BB962C8B-B14F-4D97-AF65-F5344CB8AC3E}">
        <p14:creationId xmlns:p14="http://schemas.microsoft.com/office/powerpoint/2010/main" val="23728988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7" name="Forme libre : Forme 6">
            <a:extLst>
              <a:ext uri="{FF2B5EF4-FFF2-40B4-BE49-F238E27FC236}">
                <a16:creationId xmlns:a16="http://schemas.microsoft.com/office/drawing/2014/main" id="{2C6B5F91-ABF5-D0B6-E43F-40CEDC3A6DF8}"/>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9" name="Forme libre : Forme 8">
            <a:extLst>
              <a:ext uri="{FF2B5EF4-FFF2-40B4-BE49-F238E27FC236}">
                <a16:creationId xmlns:a16="http://schemas.microsoft.com/office/drawing/2014/main" id="{A52D64F1-27B6-A1E5-4F44-A6029FAB307B}"/>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2" name="Titre 1"/>
          <p:cNvSpPr>
            <a:spLocks noGrp="1"/>
          </p:cNvSpPr>
          <p:nvPr>
            <p:ph type="title" hasCustomPrompt="1"/>
          </p:nvPr>
        </p:nvSpPr>
        <p:spPr/>
        <p:txBody>
          <a:bodyPr rtlCol="0" anchor="ctr" anchorCtr="0"/>
          <a:lstStyle>
            <a:defPPr>
              <a:defRPr lang="fr-FR"/>
            </a:defPPr>
          </a:lstStyle>
          <a:p>
            <a:pPr rtl="0"/>
            <a:r>
              <a:rPr lang="fr-FR"/>
              <a:t>Cliquez pour ajouter un titre</a:t>
            </a:r>
          </a:p>
        </p:txBody>
      </p:sp>
      <p:sp>
        <p:nvSpPr>
          <p:cNvPr id="5" name="Espace réservé du numéro de diapositive 4"/>
          <p:cNvSpPr>
            <a:spLocks noGrp="1"/>
          </p:cNvSpPr>
          <p:nvPr>
            <p:ph type="sldNum" sz="quarter" idx="12"/>
          </p:nvPr>
        </p:nvSpPr>
        <p:spPr/>
        <p:txBody>
          <a:bodyPr rtlCol="0"/>
          <a:lstStyle>
            <a:lvl1pPr>
              <a:defRPr lang="fr-FR">
                <a:latin typeface="+mn-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20718684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6" name="Forme libre : Forme 5">
            <a:extLst>
              <a:ext uri="{FF2B5EF4-FFF2-40B4-BE49-F238E27FC236}">
                <a16:creationId xmlns:a16="http://schemas.microsoft.com/office/drawing/2014/main" id="{A626DE4B-D4E5-B36A-89FA-7C0E87AFC31D}"/>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8" name="Forme libre : Forme 7">
            <a:extLst>
              <a:ext uri="{FF2B5EF4-FFF2-40B4-BE49-F238E27FC236}">
                <a16:creationId xmlns:a16="http://schemas.microsoft.com/office/drawing/2014/main" id="{95243571-BE64-3777-F992-88FC43A60537}"/>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4" name="Espace réservé du numéro de diapositive 3"/>
          <p:cNvSpPr>
            <a:spLocks noGrp="1"/>
          </p:cNvSpPr>
          <p:nvPr>
            <p:ph type="sldNum" sz="quarter" idx="12"/>
          </p:nvPr>
        </p:nvSpPr>
        <p:spPr/>
        <p:txBody>
          <a:bodyPr rtlCol="0"/>
          <a:lstStyle>
            <a:lvl1pPr>
              <a:defRPr lang="fr-FR">
                <a:latin typeface="+mn-lt"/>
              </a:defRPr>
            </a:lvl1pPr>
          </a:lstStyle>
          <a:p>
            <a:pPr rtl="0"/>
            <a:fld id="{48F63A3B-78C7-47BE-AE5E-E10140E04643}" type="slidenum">
              <a:rPr lang="fr-FR" smtClean="0"/>
              <a:pPr/>
              <a:t>‹N°›</a:t>
            </a:fld>
            <a:endParaRPr lang="fr-FR" dirty="0"/>
          </a:p>
        </p:txBody>
      </p:sp>
    </p:spTree>
    <p:extLst>
      <p:ext uri="{BB962C8B-B14F-4D97-AF65-F5344CB8AC3E}">
        <p14:creationId xmlns:p14="http://schemas.microsoft.com/office/powerpoint/2010/main" val="15811828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11" name="Freeform: Forme 10">
            <a:extLst>
              <a:ext uri="{FF2B5EF4-FFF2-40B4-BE49-F238E27FC236}">
                <a16:creationId xmlns:a16="http://schemas.microsoft.com/office/drawing/2014/main" id="{ADFAE2CB-0EAD-E788-FCB7-FB12F6939199}"/>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2" name="Titre 1"/>
          <p:cNvSpPr>
            <a:spLocks noGrp="1"/>
          </p:cNvSpPr>
          <p:nvPr>
            <p:ph type="title" hasCustomPrompt="1"/>
          </p:nvPr>
        </p:nvSpPr>
        <p:spPr>
          <a:xfrm>
            <a:off x="758952" y="758952"/>
            <a:ext cx="3932237" cy="1524662"/>
          </a:xfrm>
        </p:spPr>
        <p:txBody>
          <a:bodyPr rtlCol="0" anchor="b"/>
          <a:lstStyle>
            <a:lvl1pPr>
              <a:lnSpc>
                <a:spcPct val="100000"/>
              </a:lnSpc>
              <a:defRPr lang="fr-FR" sz="3200"/>
            </a:lvl1pPr>
          </a:lstStyle>
          <a:p>
            <a:pPr rtl="0"/>
            <a:r>
              <a:rPr lang="fr-FR"/>
              <a:t>Cliquez pour ajouter un titre</a:t>
            </a:r>
          </a:p>
        </p:txBody>
      </p:sp>
      <p:sp>
        <p:nvSpPr>
          <p:cNvPr id="7" name="Espace réservé du numéro de diapositive 6"/>
          <p:cNvSpPr>
            <a:spLocks noGrp="1"/>
          </p:cNvSpPr>
          <p:nvPr>
            <p:ph type="sldNum" sz="quarter" idx="12"/>
          </p:nvPr>
        </p:nvSpPr>
        <p:spPr/>
        <p:txBody>
          <a:bodyPr rtlCol="0"/>
          <a:lstStyle>
            <a:lvl1pPr>
              <a:defRPr lang="fr-FR">
                <a:latin typeface="+mn-lt"/>
              </a:defRPr>
            </a:lvl1pPr>
          </a:lstStyle>
          <a:p>
            <a:pPr rtl="0"/>
            <a:fld id="{48F63A3B-78C7-47BE-AE5E-E10140E04643}" type="slidenum">
              <a:rPr lang="fr-FR" smtClean="0"/>
              <a:pPr/>
              <a:t>‹N°›</a:t>
            </a:fld>
            <a:endParaRPr lang="fr-FR" dirty="0"/>
          </a:p>
        </p:txBody>
      </p:sp>
      <p:sp>
        <p:nvSpPr>
          <p:cNvPr id="4" name="Espace réservé du texte 3"/>
          <p:cNvSpPr>
            <a:spLocks noGrp="1"/>
          </p:cNvSpPr>
          <p:nvPr>
            <p:ph type="body" sz="half" idx="2" hasCustomPrompt="1"/>
          </p:nvPr>
        </p:nvSpPr>
        <p:spPr>
          <a:xfrm>
            <a:off x="758952" y="2286000"/>
            <a:ext cx="3932237" cy="3567086"/>
          </a:xfrm>
        </p:spPr>
        <p:txBody>
          <a:bodyPr rtlCol="0"/>
          <a:lstStyle>
            <a:lvl1pPr marL="0" indent="0">
              <a:buNone/>
              <a:defRPr lang="fr-FR" sz="1600"/>
            </a:lvl1pPr>
            <a:lvl2pPr marL="457200" indent="0">
              <a:buNone/>
              <a:defRPr lang="fr-FR" sz="1400"/>
            </a:lvl2pPr>
            <a:lvl3pPr marL="914400" indent="0">
              <a:buNone/>
              <a:defRPr lang="fr-FR" sz="1200"/>
            </a:lvl3pPr>
            <a:lvl4pPr marL="1371600" indent="0">
              <a:buNone/>
              <a:defRPr lang="fr-FR" sz="1000"/>
            </a:lvl4pPr>
            <a:lvl5pPr marL="1828800" indent="0">
              <a:buNone/>
              <a:defRPr lang="fr-FR" sz="1000"/>
            </a:lvl5pPr>
            <a:lvl6pPr marL="2286000" indent="0">
              <a:buNone/>
              <a:defRPr lang="fr-FR" sz="1000"/>
            </a:lvl6pPr>
            <a:lvl7pPr marL="2743200" indent="0">
              <a:buNone/>
              <a:defRPr lang="fr-FR" sz="1000"/>
            </a:lvl7pPr>
            <a:lvl8pPr marL="3200400" indent="0">
              <a:buNone/>
              <a:defRPr lang="fr-FR" sz="1000"/>
            </a:lvl8pPr>
            <a:lvl9pPr marL="3657600" indent="0">
              <a:buNone/>
              <a:defRPr lang="fr-FR" sz="1000"/>
            </a:lvl9pPr>
          </a:lstStyle>
          <a:p>
            <a:pPr lvl="0" rtl="0"/>
            <a:r>
              <a:rPr lang="fr-FR"/>
              <a:t>Cliquer pour ajouter du texte</a:t>
            </a:r>
          </a:p>
        </p:txBody>
      </p:sp>
      <p:sp>
        <p:nvSpPr>
          <p:cNvPr id="3" name="Espace réservé du contenu 2"/>
          <p:cNvSpPr>
            <a:spLocks noGrp="1"/>
          </p:cNvSpPr>
          <p:nvPr>
            <p:ph idx="1" hasCustomPrompt="1"/>
          </p:nvPr>
        </p:nvSpPr>
        <p:spPr>
          <a:xfrm>
            <a:off x="5183187" y="741459"/>
            <a:ext cx="6242839" cy="5119592"/>
          </a:xfrm>
        </p:spPr>
        <p:txBody>
          <a:bodyPr rtlCol="0"/>
          <a:lstStyle>
            <a:lvl1pPr>
              <a:defRPr lang="fr-FR" sz="3200"/>
            </a:lvl1pPr>
            <a:lvl2pPr>
              <a:defRPr lang="fr-FR" sz="2800"/>
            </a:lvl2pPr>
            <a:lvl3pPr>
              <a:defRPr lang="fr-FR" sz="2400"/>
            </a:lvl3pPr>
            <a:lvl4pPr>
              <a:defRPr lang="fr-FR" sz="2000"/>
            </a:lvl4pPr>
            <a:lvl5pPr>
              <a:defRPr lang="fr-FR" sz="2000"/>
            </a:lvl5pPr>
            <a:lvl6pPr>
              <a:defRPr lang="fr-FR" sz="2000"/>
            </a:lvl6pPr>
            <a:lvl7pPr>
              <a:defRPr lang="fr-FR" sz="2000"/>
            </a:lvl7pPr>
            <a:lvl8pPr>
              <a:defRPr lang="fr-FR" sz="2000"/>
            </a:lvl8pPr>
            <a:lvl9pPr>
              <a:defRPr lang="fr-FR" sz="2000"/>
            </a:lvl9pPr>
          </a:lstStyle>
          <a:p>
            <a:pPr lvl="0" rtl="0"/>
            <a:r>
              <a:rPr lang="fr-FR"/>
              <a:t>Cliquer pour ajouter du texte</a:t>
            </a:r>
          </a:p>
          <a:p>
            <a:pPr lvl="1" rtl="0"/>
            <a:r>
              <a:rPr lang="fr-FR"/>
              <a:t>Deuxième niveau</a:t>
            </a:r>
          </a:p>
          <a:p>
            <a:pPr lvl="2" rtl="0"/>
            <a:r>
              <a:rPr lang="fr-FR"/>
              <a:t>Troisième niveau</a:t>
            </a:r>
          </a:p>
          <a:p>
            <a:pPr lvl="3" rtl="0"/>
            <a:r>
              <a:rPr lang="fr-FR"/>
              <a:t>Quatrième niveau</a:t>
            </a:r>
          </a:p>
          <a:p>
            <a:pPr lvl="4" rtl="0"/>
            <a:r>
              <a:rPr lang="fr-FR"/>
              <a:t>Cinquième niveau</a:t>
            </a:r>
          </a:p>
        </p:txBody>
      </p:sp>
    </p:spTree>
    <p:extLst>
      <p:ext uri="{BB962C8B-B14F-4D97-AF65-F5344CB8AC3E}">
        <p14:creationId xmlns:p14="http://schemas.microsoft.com/office/powerpoint/2010/main" val="2745005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11" name="Freeform: Forme 10">
            <a:extLst>
              <a:ext uri="{FF2B5EF4-FFF2-40B4-BE49-F238E27FC236}">
                <a16:creationId xmlns:a16="http://schemas.microsoft.com/office/drawing/2014/main" id="{CAA6B609-D718-DB49-892F-7E49376CC913}"/>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fr-FR"/>
            </a:defPPr>
          </a:lstStyle>
          <a:p>
            <a:pPr lvl="0" rtl="0"/>
            <a:endParaRPr lang="fr-FR" dirty="0">
              <a:solidFill>
                <a:schemeClr val="tx1"/>
              </a:solidFill>
            </a:endParaRPr>
          </a:p>
        </p:txBody>
      </p:sp>
      <p:sp>
        <p:nvSpPr>
          <p:cNvPr id="2" name="Titre 1"/>
          <p:cNvSpPr>
            <a:spLocks noGrp="1"/>
          </p:cNvSpPr>
          <p:nvPr>
            <p:ph type="title" hasCustomPrompt="1"/>
          </p:nvPr>
        </p:nvSpPr>
        <p:spPr>
          <a:xfrm>
            <a:off x="760938" y="755372"/>
            <a:ext cx="3931920" cy="1527048"/>
          </a:xfrm>
        </p:spPr>
        <p:txBody>
          <a:bodyPr rtlCol="0" anchor="b"/>
          <a:lstStyle>
            <a:lvl1pPr>
              <a:lnSpc>
                <a:spcPct val="100000"/>
              </a:lnSpc>
              <a:defRPr lang="fr-FR" sz="3200"/>
            </a:lvl1pPr>
          </a:lstStyle>
          <a:p>
            <a:pPr rtl="0"/>
            <a:r>
              <a:rPr lang="fr-FR"/>
              <a:t>Cliquez pour ajouter un titre</a:t>
            </a:r>
          </a:p>
        </p:txBody>
      </p:sp>
      <p:sp>
        <p:nvSpPr>
          <p:cNvPr id="7" name="Espace réservé du numéro de diapositive 6"/>
          <p:cNvSpPr>
            <a:spLocks noGrp="1"/>
          </p:cNvSpPr>
          <p:nvPr>
            <p:ph type="sldNum" sz="quarter" idx="12"/>
          </p:nvPr>
        </p:nvSpPr>
        <p:spPr/>
        <p:txBody>
          <a:bodyPr rtlCol="0"/>
          <a:lstStyle>
            <a:lvl1pPr>
              <a:defRPr lang="fr-FR">
                <a:latin typeface="+mn-lt"/>
              </a:defRPr>
            </a:lvl1pPr>
          </a:lstStyle>
          <a:p>
            <a:pPr rtl="0"/>
            <a:fld id="{48F63A3B-78C7-47BE-AE5E-E10140E04643}" type="slidenum">
              <a:rPr lang="fr-FR" smtClean="0"/>
              <a:pPr/>
              <a:t>‹N°›</a:t>
            </a:fld>
            <a:endParaRPr lang="fr-FR" dirty="0"/>
          </a:p>
        </p:txBody>
      </p:sp>
      <p:sp>
        <p:nvSpPr>
          <p:cNvPr id="4" name="Espace réservé du texte 3"/>
          <p:cNvSpPr>
            <a:spLocks noGrp="1"/>
          </p:cNvSpPr>
          <p:nvPr>
            <p:ph type="body" sz="half" idx="2" hasCustomPrompt="1"/>
          </p:nvPr>
        </p:nvSpPr>
        <p:spPr>
          <a:xfrm>
            <a:off x="760938" y="2286001"/>
            <a:ext cx="3931920" cy="3811588"/>
          </a:xfrm>
        </p:spPr>
        <p:txBody>
          <a:bodyPr rtlCol="0"/>
          <a:lstStyle>
            <a:lvl1pPr marL="0" indent="0">
              <a:buNone/>
              <a:defRPr lang="fr-FR" sz="1600"/>
            </a:lvl1pPr>
            <a:lvl2pPr marL="457200" indent="0">
              <a:buNone/>
              <a:defRPr lang="fr-FR" sz="1400"/>
            </a:lvl2pPr>
            <a:lvl3pPr marL="914400" indent="0">
              <a:buNone/>
              <a:defRPr lang="fr-FR" sz="1200"/>
            </a:lvl3pPr>
            <a:lvl4pPr marL="1371600" indent="0">
              <a:buNone/>
              <a:defRPr lang="fr-FR" sz="1000"/>
            </a:lvl4pPr>
            <a:lvl5pPr marL="1828800" indent="0">
              <a:buNone/>
              <a:defRPr lang="fr-FR" sz="1000"/>
            </a:lvl5pPr>
            <a:lvl6pPr marL="2286000" indent="0">
              <a:buNone/>
              <a:defRPr lang="fr-FR" sz="1000"/>
            </a:lvl6pPr>
            <a:lvl7pPr marL="2743200" indent="0">
              <a:buNone/>
              <a:defRPr lang="fr-FR" sz="1000"/>
            </a:lvl7pPr>
            <a:lvl8pPr marL="3200400" indent="0">
              <a:buNone/>
              <a:defRPr lang="fr-FR" sz="1000"/>
            </a:lvl8pPr>
            <a:lvl9pPr marL="3657600" indent="0">
              <a:buNone/>
              <a:defRPr lang="fr-FR" sz="1000"/>
            </a:lvl9pPr>
          </a:lstStyle>
          <a:p>
            <a:pPr lvl="0" rtl="0"/>
            <a:r>
              <a:rPr lang="fr-FR"/>
              <a:t>Cliquer pour ajouter du texte</a:t>
            </a:r>
          </a:p>
        </p:txBody>
      </p:sp>
      <p:sp>
        <p:nvSpPr>
          <p:cNvPr id="3" name="Espace réservé d’image 2"/>
          <p:cNvSpPr>
            <a:spLocks noGrp="1" noChangeAspect="1"/>
          </p:cNvSpPr>
          <p:nvPr>
            <p:ph type="pic" idx="1" hasCustomPrompt="1"/>
          </p:nvPr>
        </p:nvSpPr>
        <p:spPr>
          <a:xfrm>
            <a:off x="5262700" y="987425"/>
            <a:ext cx="6172200" cy="4873625"/>
          </a:xfrm>
        </p:spPr>
        <p:txBody>
          <a:bodyPr rtlCol="0" anchor="t">
            <a:normAutofit/>
          </a:bodyPr>
          <a:lstStyle>
            <a:lvl1pPr marL="0" indent="0" algn="ctr">
              <a:buNone/>
              <a:defRPr lang="fr-FR" sz="2800"/>
            </a:lvl1pPr>
            <a:lvl2pPr marL="457200" indent="0">
              <a:buNone/>
              <a:defRPr lang="fr-FR" sz="2800"/>
            </a:lvl2pPr>
            <a:lvl3pPr marL="914400" indent="0">
              <a:buNone/>
              <a:defRPr lang="fr-FR" sz="2400"/>
            </a:lvl3pPr>
            <a:lvl4pPr marL="1371600" indent="0">
              <a:buNone/>
              <a:defRPr lang="fr-FR" sz="2000"/>
            </a:lvl4pPr>
            <a:lvl5pPr marL="1828800" indent="0">
              <a:buNone/>
              <a:defRPr lang="fr-FR" sz="2000"/>
            </a:lvl5pPr>
            <a:lvl6pPr marL="2286000" indent="0">
              <a:buNone/>
              <a:defRPr lang="fr-FR" sz="2000"/>
            </a:lvl6pPr>
            <a:lvl7pPr marL="2743200" indent="0">
              <a:buNone/>
              <a:defRPr lang="fr-FR" sz="2000"/>
            </a:lvl7pPr>
            <a:lvl8pPr marL="3200400" indent="0">
              <a:buNone/>
              <a:defRPr lang="fr-FR" sz="2000"/>
            </a:lvl8pPr>
            <a:lvl9pPr marL="3657600" indent="0">
              <a:buNone/>
              <a:defRPr lang="fr-FR" sz="2000"/>
            </a:lvl9pPr>
          </a:lstStyle>
          <a:p>
            <a:pPr rtl="0"/>
            <a:r>
              <a:rPr lang="fr-FR"/>
              <a:t>Cliquez ici pour ajouter une image.</a:t>
            </a:r>
          </a:p>
        </p:txBody>
      </p:sp>
    </p:spTree>
    <p:extLst>
      <p:ext uri="{BB962C8B-B14F-4D97-AF65-F5344CB8AC3E}">
        <p14:creationId xmlns:p14="http://schemas.microsoft.com/office/powerpoint/2010/main" val="223467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Espace réservé du numéro de diapositive 5"/>
          <p:cNvSpPr>
            <a:spLocks noGrp="1"/>
          </p:cNvSpPr>
          <p:nvPr>
            <p:ph type="sldNum" sz="quarter" idx="4"/>
          </p:nvPr>
        </p:nvSpPr>
        <p:spPr>
          <a:xfrm>
            <a:off x="10438475" y="457199"/>
            <a:ext cx="987552" cy="244503"/>
          </a:xfrm>
          <a:prstGeom prst="rect">
            <a:avLst/>
          </a:prstGeom>
        </p:spPr>
        <p:txBody>
          <a:bodyPr vert="horz" lIns="91440" tIns="45720" rIns="0" bIns="45720" rtlCol="0" anchor="ctr"/>
          <a:lstStyle>
            <a:lvl1pPr algn="r">
              <a:defRPr lang="fr-FR" sz="1200">
                <a:solidFill>
                  <a:schemeClr val="accent6"/>
                </a:solidFill>
                <a:latin typeface="+mn-lt"/>
                <a:cs typeface="Arial" panose="020B0604020202020204" pitchFamily="34" charset="0"/>
              </a:defRPr>
            </a:lvl1pPr>
          </a:lstStyle>
          <a:p>
            <a:pPr rtl="0"/>
            <a:fld id="{48F63A3B-78C7-47BE-AE5E-E10140E04643}" type="slidenum">
              <a:rPr lang="fr-FR" smtClean="0"/>
              <a:pPr/>
              <a:t>‹N°›</a:t>
            </a:fld>
            <a:endParaRPr lang="fr-FR" dirty="0"/>
          </a:p>
        </p:txBody>
      </p:sp>
      <p:sp>
        <p:nvSpPr>
          <p:cNvPr id="2" name="Espace réservé du titre 1"/>
          <p:cNvSpPr>
            <a:spLocks noGrp="1"/>
          </p:cNvSpPr>
          <p:nvPr>
            <p:ph type="title"/>
          </p:nvPr>
        </p:nvSpPr>
        <p:spPr>
          <a:xfrm>
            <a:off x="758952" y="731520"/>
            <a:ext cx="10671048" cy="1362057"/>
          </a:xfrm>
          <a:prstGeom prst="rect">
            <a:avLst/>
          </a:prstGeom>
        </p:spPr>
        <p:txBody>
          <a:bodyPr vert="horz" lIns="91440" tIns="45720" rIns="91440" bIns="45720" rtlCol="0" anchor="b" anchorCtr="0">
            <a:noAutofit/>
          </a:bodyPr>
          <a:lstStyle>
            <a:defPPr>
              <a:defRPr lang="fr-FR"/>
            </a:defPPr>
          </a:lstStyle>
          <a:p>
            <a:pPr rtl="0"/>
            <a:r>
              <a:rPr lang="fr-FR"/>
              <a:t>Modifiez le style du titre</a:t>
            </a:r>
            <a:endParaRPr lang="fr-FR" dirty="0"/>
          </a:p>
        </p:txBody>
      </p:sp>
      <p:sp>
        <p:nvSpPr>
          <p:cNvPr id="3" name="Espace réservé du texte 2"/>
          <p:cNvSpPr>
            <a:spLocks noGrp="1"/>
          </p:cNvSpPr>
          <p:nvPr>
            <p:ph type="body" idx="1"/>
          </p:nvPr>
        </p:nvSpPr>
        <p:spPr>
          <a:xfrm>
            <a:off x="758952" y="2103120"/>
            <a:ext cx="10671048" cy="4351338"/>
          </a:xfrm>
          <a:prstGeom prst="rect">
            <a:avLst/>
          </a:prstGeom>
        </p:spPr>
        <p:txBody>
          <a:bodyPr vert="horz" lIns="91440" tIns="45720" rIns="91440" bIns="45720" rtlCol="0">
            <a:normAutofit/>
          </a:bodyPr>
          <a:lstStyle>
            <a:defPPr>
              <a:defRPr lang="fr-FR"/>
            </a:defPPr>
          </a:lstStyle>
          <a:p>
            <a:pPr lvl="0" rtl="0"/>
            <a:r>
              <a:rPr lang="fr-FR"/>
              <a:t>Modifiez les styles du texte</a:t>
            </a:r>
          </a:p>
          <a:p>
            <a:pPr lvl="1" rtl="0"/>
            <a:r>
              <a:rPr lang="fr-FR"/>
              <a:t>Deuxième niveau</a:t>
            </a:r>
          </a:p>
          <a:p>
            <a:pPr lvl="2" rtl="0"/>
            <a:r>
              <a:rPr lang="fr-FR"/>
              <a:t>Troisième niveau</a:t>
            </a:r>
          </a:p>
          <a:p>
            <a:pPr lvl="3" rtl="0"/>
            <a:r>
              <a:rPr lang="fr-FR"/>
              <a:t>Quatrième niveau</a:t>
            </a:r>
          </a:p>
          <a:p>
            <a:pPr lvl="4" rtl="0"/>
            <a:r>
              <a:rPr lang="fr-FR"/>
              <a:t>Cinquième niveau</a:t>
            </a:r>
            <a:endParaRPr lang="fr-FR" dirty="0"/>
          </a:p>
        </p:txBody>
      </p:sp>
    </p:spTree>
    <p:extLst>
      <p:ext uri="{BB962C8B-B14F-4D97-AF65-F5344CB8AC3E}">
        <p14:creationId xmlns:p14="http://schemas.microsoft.com/office/powerpoint/2010/main" val="154833434"/>
      </p:ext>
    </p:extLst>
  </p:cSld>
  <p:clrMap bg1="lt1" tx1="dk1" bg2="lt2" tx2="dk2" accent1="accent1" accent2="accent2" accent3="accent3" accent4="accent4" accent5="accent5" accent6="accent6" hlink="hlink" folHlink="folHlink"/>
  <p:sldLayoutIdLst>
    <p:sldLayoutId id="2147483651" r:id="rId1"/>
    <p:sldLayoutId id="2147483663" r:id="rId2"/>
    <p:sldLayoutId id="2147483680" r:id="rId3"/>
    <p:sldLayoutId id="2147483653" r:id="rId4"/>
    <p:sldLayoutId id="2147483668" r:id="rId5"/>
    <p:sldLayoutId id="2147483685" r:id="rId6"/>
    <p:sldLayoutId id="2147483686" r:id="rId7"/>
    <p:sldLayoutId id="2147483687" r:id="rId8"/>
    <p:sldLayoutId id="2147483688" r:id="rId9"/>
    <p:sldLayoutId id="2147483689" r:id="rId10"/>
    <p:sldLayoutId id="2147483691" r:id="rId11"/>
    <p:sldLayoutId id="2147483692" r:id="rId12"/>
    <p:sldLayoutId id="2147483676" r:id="rId13"/>
    <p:sldLayoutId id="2147483656" r:id="rId14"/>
    <p:sldLayoutId id="2147483657" r:id="rId15"/>
    <p:sldLayoutId id="2147483658" r:id="rId16"/>
    <p:sldLayoutId id="2147483659" r:id="rId17"/>
  </p:sldLayoutIdLst>
  <p:hf hdr="0" ftr="0" dt="0"/>
  <p:txStyles>
    <p:titleStyle>
      <a:lvl1pPr algn="ctr" defTabSz="914400" rtl="0" eaLnBrk="1" latinLnBrk="0" hangingPunct="1">
        <a:lnSpc>
          <a:spcPts val="4875"/>
        </a:lnSpc>
        <a:spcBef>
          <a:spcPct val="0"/>
        </a:spcBef>
        <a:buNone/>
        <a:defRPr lang="fr-FR" sz="3800" b="1" kern="1200" cap="all" baseline="0">
          <a:solidFill>
            <a:schemeClr val="accent6"/>
          </a:solidFill>
          <a:latin typeface="+mj-lt"/>
          <a:ea typeface="+mj-ea"/>
          <a:cs typeface="+mj-cs"/>
        </a:defRPr>
      </a:lvl1pPr>
    </p:titleStyle>
    <p:bodyStyle>
      <a:lvl1pPr marL="347472" indent="-347472" algn="l" defTabSz="914400" rtl="0" eaLnBrk="1" latinLnBrk="0" hangingPunct="1">
        <a:lnSpc>
          <a:spcPct val="100000"/>
        </a:lnSpc>
        <a:spcBef>
          <a:spcPts val="360"/>
        </a:spcBef>
        <a:buFont typeface="Arial" panose="020B0604020202020204" pitchFamily="34" charset="0"/>
        <a:buChar char="•"/>
        <a:defRPr lang="fr-F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lang="fr-F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lang="fr-F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lang="fr-F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lang="fr-F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fr-F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fr-F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fr-F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fr-FR" sz="1800" kern="1200">
          <a:solidFill>
            <a:schemeClr val="tx1"/>
          </a:solidFill>
          <a:latin typeface="+mn-lt"/>
          <a:ea typeface="+mn-ea"/>
          <a:cs typeface="+mn-cs"/>
        </a:defRPr>
      </a:lvl9pPr>
    </p:bodyStyle>
    <p:otherStyle>
      <a:defPPr>
        <a:defRPr lang="fr-FR"/>
      </a:defPPr>
      <a:lvl1pPr marL="0" algn="l" defTabSz="914400" rtl="0" eaLnBrk="1" latinLnBrk="0" hangingPunct="1">
        <a:defRPr lang="fr-FR" sz="1800" kern="1200">
          <a:solidFill>
            <a:schemeClr val="tx1"/>
          </a:solidFill>
          <a:latin typeface="+mn-lt"/>
          <a:ea typeface="+mn-ea"/>
          <a:cs typeface="+mn-cs"/>
        </a:defRPr>
      </a:lvl1pPr>
      <a:lvl2pPr marL="457200" algn="l" defTabSz="914400" rtl="0" eaLnBrk="1" latinLnBrk="0" hangingPunct="1">
        <a:defRPr lang="fr-FR" sz="1800" kern="1200">
          <a:solidFill>
            <a:schemeClr val="tx1"/>
          </a:solidFill>
          <a:latin typeface="+mn-lt"/>
          <a:ea typeface="+mn-ea"/>
          <a:cs typeface="+mn-cs"/>
        </a:defRPr>
      </a:lvl2pPr>
      <a:lvl3pPr marL="914400" algn="l" defTabSz="914400" rtl="0" eaLnBrk="1" latinLnBrk="0" hangingPunct="1">
        <a:defRPr lang="fr-FR" sz="1800" kern="1200">
          <a:solidFill>
            <a:schemeClr val="tx1"/>
          </a:solidFill>
          <a:latin typeface="+mn-lt"/>
          <a:ea typeface="+mn-ea"/>
          <a:cs typeface="+mn-cs"/>
        </a:defRPr>
      </a:lvl3pPr>
      <a:lvl4pPr marL="1371600" algn="l" defTabSz="914400" rtl="0" eaLnBrk="1" latinLnBrk="0" hangingPunct="1">
        <a:defRPr lang="fr-FR" sz="1800" kern="1200">
          <a:solidFill>
            <a:schemeClr val="tx1"/>
          </a:solidFill>
          <a:latin typeface="+mn-lt"/>
          <a:ea typeface="+mn-ea"/>
          <a:cs typeface="+mn-cs"/>
        </a:defRPr>
      </a:lvl4pPr>
      <a:lvl5pPr marL="1828800" algn="l" defTabSz="914400" rtl="0" eaLnBrk="1" latinLnBrk="0" hangingPunct="1">
        <a:defRPr lang="fr-FR" sz="1800" kern="1200">
          <a:solidFill>
            <a:schemeClr val="tx1"/>
          </a:solidFill>
          <a:latin typeface="+mn-lt"/>
          <a:ea typeface="+mn-ea"/>
          <a:cs typeface="+mn-cs"/>
        </a:defRPr>
      </a:lvl5pPr>
      <a:lvl6pPr marL="2286000" algn="l" defTabSz="914400" rtl="0" eaLnBrk="1" latinLnBrk="0" hangingPunct="1">
        <a:defRPr lang="fr-FR" sz="1800" kern="1200">
          <a:solidFill>
            <a:schemeClr val="tx1"/>
          </a:solidFill>
          <a:latin typeface="+mn-lt"/>
          <a:ea typeface="+mn-ea"/>
          <a:cs typeface="+mn-cs"/>
        </a:defRPr>
      </a:lvl6pPr>
      <a:lvl7pPr marL="2743200" algn="l" defTabSz="914400" rtl="0" eaLnBrk="1" latinLnBrk="0" hangingPunct="1">
        <a:defRPr lang="fr-FR" sz="1800" kern="1200">
          <a:solidFill>
            <a:schemeClr val="tx1"/>
          </a:solidFill>
          <a:latin typeface="+mn-lt"/>
          <a:ea typeface="+mn-ea"/>
          <a:cs typeface="+mn-cs"/>
        </a:defRPr>
      </a:lvl7pPr>
      <a:lvl8pPr marL="3200400" algn="l" defTabSz="914400" rtl="0" eaLnBrk="1" latinLnBrk="0" hangingPunct="1">
        <a:defRPr lang="fr-FR" sz="1800" kern="1200">
          <a:solidFill>
            <a:schemeClr val="tx1"/>
          </a:solidFill>
          <a:latin typeface="+mn-lt"/>
          <a:ea typeface="+mn-ea"/>
          <a:cs typeface="+mn-cs"/>
        </a:defRPr>
      </a:lvl8pPr>
      <a:lvl9pPr marL="3657600" algn="l" defTabSz="914400" rtl="0" eaLnBrk="1" latinLnBrk="0" hangingPunct="1">
        <a:defRPr lang="fr-F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7A6A3E-E4A1-9917-9A64-4B6EE0BCD030}"/>
              </a:ext>
            </a:extLst>
          </p:cNvPr>
          <p:cNvSpPr>
            <a:spLocks noGrp="1"/>
          </p:cNvSpPr>
          <p:nvPr>
            <p:ph type="title"/>
          </p:nvPr>
        </p:nvSpPr>
        <p:spPr>
          <a:xfrm>
            <a:off x="415904" y="2013565"/>
            <a:ext cx="11010123" cy="1842795"/>
          </a:xfr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a:scene3d>
              <a:camera prst="orthographicFront"/>
              <a:lightRig rig="harsh" dir="t"/>
            </a:scene3d>
            <a:sp3d extrusionH="57150" prstMaterial="matte">
              <a:bevelT w="63500" h="12700" prst="angle"/>
              <a:contourClr>
                <a:schemeClr val="bg1">
                  <a:lumMod val="65000"/>
                </a:schemeClr>
              </a:contourClr>
            </a:sp3d>
          </a:bodyPr>
          <a:lstStyle/>
          <a:p>
            <a:pPr algn="ctr"/>
            <a:r>
              <a:rPr lang="fr-CM" sz="2800" cap="none" dirty="0">
                <a:ln/>
                <a:solidFill>
                  <a:schemeClr val="accent6">
                    <a:lumMod val="60000"/>
                    <a:lumOff val="40000"/>
                  </a:schemeClr>
                </a:solidFill>
              </a:rPr>
              <a:t>CONCEPTION, DEVELOPPEMENT ET DEPLOIEMENT D’UN GESTIONNAIRE WEB SECURISE POUR L’ADMINISTRATION ET L’AUDIT DES PROFILS </a:t>
            </a:r>
            <a:r>
              <a:rPr lang="fr-CM" sz="2800" cap="none" dirty="0" err="1">
                <a:ln/>
                <a:solidFill>
                  <a:schemeClr val="accent6">
                    <a:lumMod val="60000"/>
                    <a:lumOff val="40000"/>
                  </a:schemeClr>
                </a:solidFill>
              </a:rPr>
              <a:t>APPArmor</a:t>
            </a:r>
            <a:r>
              <a:rPr lang="fr-CM" sz="2800" cap="none" dirty="0">
                <a:ln/>
                <a:solidFill>
                  <a:schemeClr val="accent6">
                    <a:lumMod val="60000"/>
                    <a:lumOff val="40000"/>
                  </a:schemeClr>
                </a:solidFill>
              </a:rPr>
              <a:t> AVEC DETECTION ET MITIGATION DES COMPORTEMENTS MALVEILLANTS</a:t>
            </a:r>
          </a:p>
        </p:txBody>
      </p:sp>
      <p:sp>
        <p:nvSpPr>
          <p:cNvPr id="3" name="Espace réservé du contenu 2">
            <a:extLst>
              <a:ext uri="{FF2B5EF4-FFF2-40B4-BE49-F238E27FC236}">
                <a16:creationId xmlns:a16="http://schemas.microsoft.com/office/drawing/2014/main" id="{FA1EE204-A26E-8C9E-7E99-60B3DC52ED73}"/>
              </a:ext>
            </a:extLst>
          </p:cNvPr>
          <p:cNvSpPr>
            <a:spLocks noGrp="1"/>
          </p:cNvSpPr>
          <p:nvPr>
            <p:ph idx="13"/>
          </p:nvPr>
        </p:nvSpPr>
        <p:spPr>
          <a:xfrm>
            <a:off x="3395439" y="4086810"/>
            <a:ext cx="7043036" cy="2565917"/>
          </a:xfrm>
        </p:spPr>
        <p:txBody>
          <a:bodyPr>
            <a:normAutofit lnSpcReduction="10000"/>
          </a:bodyPr>
          <a:lstStyle/>
          <a:p>
            <a:pPr algn="ctr"/>
            <a:r>
              <a:rPr lang="fr-CM" sz="2000" i="1" dirty="0"/>
              <a:t>PROJET GROUPE 6</a:t>
            </a:r>
          </a:p>
          <a:p>
            <a:pPr algn="ctr"/>
            <a:endParaRPr lang="fr-CM" sz="2000" dirty="0"/>
          </a:p>
          <a:p>
            <a:pPr algn="ctr"/>
            <a:r>
              <a:rPr lang="fr-CM" sz="2000" u="sng" dirty="0"/>
              <a:t>PRESENTE PAR : </a:t>
            </a:r>
          </a:p>
          <a:p>
            <a:pPr algn="ctr"/>
            <a:r>
              <a:rPr lang="fr-CM" sz="2000" dirty="0"/>
              <a:t>		   NANA NDIEUPE Emilie</a:t>
            </a:r>
          </a:p>
          <a:p>
            <a:pPr algn="ctr"/>
            <a:r>
              <a:rPr lang="fr-CM" sz="2000" dirty="0"/>
              <a:t>              NSOE MARIE</a:t>
            </a:r>
          </a:p>
          <a:p>
            <a:pPr algn="ctr"/>
            <a:r>
              <a:rPr lang="fr-CM" sz="2000" dirty="0"/>
              <a:t>                   SIMO YANNICK</a:t>
            </a:r>
          </a:p>
          <a:p>
            <a:endParaRPr lang="fr-CM" sz="2000" dirty="0"/>
          </a:p>
          <a:p>
            <a:r>
              <a:rPr lang="fr-CM" sz="2000" dirty="0"/>
              <a:t>	SUPERVISE PAR M. NGUIMBUS Emmanuel</a:t>
            </a:r>
          </a:p>
          <a:p>
            <a:r>
              <a:rPr lang="fr-CM" sz="2000" dirty="0"/>
              <a:t>			2025 - 2026 </a:t>
            </a:r>
          </a:p>
        </p:txBody>
      </p:sp>
      <p:pic>
        <p:nvPicPr>
          <p:cNvPr id="6" name="Image 5" descr="Une image contenant croquis, oiseau, dessin, Dessin au trait&#10;&#10;Le contenu généré par l’IA peut être incorrect.">
            <a:extLst>
              <a:ext uri="{FF2B5EF4-FFF2-40B4-BE49-F238E27FC236}">
                <a16:creationId xmlns:a16="http://schemas.microsoft.com/office/drawing/2014/main" id="{1880A1F5-DEEB-A472-7C41-F1DE209E66CC}"/>
              </a:ext>
            </a:extLst>
          </p:cNvPr>
          <p:cNvPicPr>
            <a:picLocks noChangeAspect="1"/>
          </p:cNvPicPr>
          <p:nvPr/>
        </p:nvPicPr>
        <p:blipFill>
          <a:blip r:embed="rId2"/>
          <a:stretch>
            <a:fillRect/>
          </a:stretch>
        </p:blipFill>
        <p:spPr>
          <a:xfrm>
            <a:off x="765973" y="127406"/>
            <a:ext cx="2541721" cy="1674618"/>
          </a:xfrm>
          <a:prstGeom prst="rect">
            <a:avLst/>
          </a:prstGeom>
        </p:spPr>
      </p:pic>
      <p:sp>
        <p:nvSpPr>
          <p:cNvPr id="4" name="ZoneTexte 3">
            <a:extLst>
              <a:ext uri="{FF2B5EF4-FFF2-40B4-BE49-F238E27FC236}">
                <a16:creationId xmlns:a16="http://schemas.microsoft.com/office/drawing/2014/main" id="{971C03DB-0FB1-A0A1-E270-CA804A9D3B50}"/>
              </a:ext>
            </a:extLst>
          </p:cNvPr>
          <p:cNvSpPr txBox="1"/>
          <p:nvPr/>
        </p:nvSpPr>
        <p:spPr>
          <a:xfrm>
            <a:off x="6305265" y="610772"/>
            <a:ext cx="5557490" cy="707886"/>
          </a:xfrm>
          <a:prstGeom prst="rect">
            <a:avLst/>
          </a:prstGeom>
          <a:noFill/>
        </p:spPr>
        <p:txBody>
          <a:bodyPr wrap="square" rtlCol="0">
            <a:spAutoFit/>
          </a:bodyPr>
          <a:lstStyle/>
          <a:p>
            <a:r>
              <a:rPr lang="en-US" sz="2000" b="1" dirty="0"/>
              <a:t>SECURITE DES SYSTEMES D’EXPOITATION</a:t>
            </a:r>
          </a:p>
          <a:p>
            <a:r>
              <a:rPr lang="en-US" sz="2000" b="1" dirty="0"/>
              <a:t>SYSTEME D’EXPLOITATION AVANCEE </a:t>
            </a:r>
            <a:endParaRPr lang="fr-CM" sz="2000" b="1" dirty="0"/>
          </a:p>
        </p:txBody>
      </p:sp>
    </p:spTree>
    <p:extLst>
      <p:ext uri="{BB962C8B-B14F-4D97-AF65-F5344CB8AC3E}">
        <p14:creationId xmlns:p14="http://schemas.microsoft.com/office/powerpoint/2010/main" val="1472252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021072-4A77-DB4D-DF41-58EADB7DA94E}"/>
              </a:ext>
            </a:extLst>
          </p:cNvPr>
          <p:cNvSpPr>
            <a:spLocks noGrp="1"/>
          </p:cNvSpPr>
          <p:nvPr>
            <p:ph type="title"/>
          </p:nvPr>
        </p:nvSpPr>
        <p:spPr>
          <a:xfrm>
            <a:off x="186613" y="214673"/>
            <a:ext cx="8889148" cy="1742890"/>
          </a:xfrm>
        </p:spPr>
        <p:txBody>
          <a:bodyPr rtlCol="0"/>
          <a:lstStyle>
            <a:defPPr>
              <a:defRPr lang="fr-FR"/>
            </a:defPPr>
          </a:lstStyle>
          <a:p>
            <a:r>
              <a:rPr lang="fr-FR" dirty="0"/>
              <a:t>CAHIER DES CHARGES </a:t>
            </a:r>
            <a:br>
              <a:rPr lang="fr-FR" dirty="0"/>
            </a:br>
            <a:br>
              <a:rPr lang="fr-FR" dirty="0"/>
            </a:br>
            <a:r>
              <a:rPr lang="fr-FR" b="0" i="1" dirty="0"/>
              <a:t>SOMMAIRE</a:t>
            </a:r>
          </a:p>
        </p:txBody>
      </p:sp>
      <p:sp>
        <p:nvSpPr>
          <p:cNvPr id="3" name="Espace réservé du contenu 2">
            <a:extLst>
              <a:ext uri="{FF2B5EF4-FFF2-40B4-BE49-F238E27FC236}">
                <a16:creationId xmlns:a16="http://schemas.microsoft.com/office/drawing/2014/main" id="{D4D22962-3C7F-E480-5C35-7F4860A098E1}"/>
              </a:ext>
            </a:extLst>
          </p:cNvPr>
          <p:cNvSpPr>
            <a:spLocks noGrp="1"/>
          </p:cNvSpPr>
          <p:nvPr>
            <p:ph idx="1"/>
          </p:nvPr>
        </p:nvSpPr>
        <p:spPr>
          <a:xfrm>
            <a:off x="186613" y="1957563"/>
            <a:ext cx="6583680" cy="3207344"/>
          </a:xfrm>
        </p:spPr>
        <p:txBody>
          <a:bodyPr rtlCol="0">
            <a:normAutofit lnSpcReduction="10000"/>
          </a:bodyPr>
          <a:lstStyle>
            <a:defPPr>
              <a:defRPr lang="fr-FR"/>
            </a:defPPr>
          </a:lstStyle>
          <a:p>
            <a:pPr marL="514350" indent="-514350" rtl="0">
              <a:buAutoNum type="romanUcPeriod"/>
            </a:pPr>
            <a:r>
              <a:rPr lang="fr-FR" dirty="0"/>
              <a:t>CONTEXTE ET JUSTIFICATION</a:t>
            </a:r>
          </a:p>
          <a:p>
            <a:pPr marL="514350" indent="-514350" rtl="0">
              <a:buAutoNum type="romanUcPeriod"/>
            </a:pPr>
            <a:r>
              <a:rPr lang="fr-FR" dirty="0"/>
              <a:t>OBJECTIFS DU PROJET</a:t>
            </a:r>
          </a:p>
          <a:p>
            <a:pPr marL="514350" indent="-514350" rtl="0">
              <a:buAutoNum type="romanUcPeriod"/>
            </a:pPr>
            <a:r>
              <a:rPr lang="fr-FR" dirty="0"/>
              <a:t>EXPRESSION DES BESOINS</a:t>
            </a:r>
          </a:p>
          <a:p>
            <a:pPr marL="514350" indent="-514350" rtl="0">
              <a:buAutoNum type="romanUcPeriod"/>
            </a:pPr>
            <a:r>
              <a:rPr lang="fr-FR" dirty="0"/>
              <a:t>EVALUATION DES RESSOURCES</a:t>
            </a:r>
          </a:p>
          <a:p>
            <a:pPr marL="514350" indent="-514350" rtl="0">
              <a:buAutoNum type="romanUcPeriod"/>
            </a:pPr>
            <a:r>
              <a:rPr lang="fr-FR" dirty="0"/>
              <a:t>PLANIFICATION DU PROJET</a:t>
            </a:r>
          </a:p>
          <a:p>
            <a:pPr marL="514350" indent="-514350" rtl="0">
              <a:buAutoNum type="romanUcPeriod"/>
            </a:pPr>
            <a:r>
              <a:rPr lang="fr-FR" dirty="0"/>
              <a:t>LIVRABLES</a:t>
            </a:r>
          </a:p>
        </p:txBody>
      </p:sp>
      <p:sp>
        <p:nvSpPr>
          <p:cNvPr id="4" name="Espace réservé du numéro de diapositive 3">
            <a:extLst>
              <a:ext uri="{FF2B5EF4-FFF2-40B4-BE49-F238E27FC236}">
                <a16:creationId xmlns:a16="http://schemas.microsoft.com/office/drawing/2014/main" id="{18D5CFA2-4E67-F157-5FFD-A246307D41F7}"/>
              </a:ext>
            </a:extLst>
          </p:cNvPr>
          <p:cNvSpPr>
            <a:spLocks noGrp="1"/>
          </p:cNvSpPr>
          <p:nvPr>
            <p:ph type="sldNum" sz="quarter" idx="10"/>
          </p:nvPr>
        </p:nvSpPr>
        <p:spPr>
          <a:xfrm>
            <a:off x="10358437" y="457199"/>
            <a:ext cx="1067589" cy="471489"/>
          </a:xfrm>
        </p:spPr>
        <p:txBody>
          <a:bodyPr rtlCol="0"/>
          <a:lstStyle>
            <a:defPPr>
              <a:defRPr lang="fr-FR"/>
            </a:defPPr>
          </a:lstStyle>
          <a:p>
            <a:pPr rtl="0"/>
            <a:fld id="{48F63A3B-78C7-47BE-AE5E-E10140E04643}" type="slidenum">
              <a:rPr lang="fr-FR" smtClean="0"/>
              <a:pPr rtl="0"/>
              <a:t>2</a:t>
            </a:fld>
            <a:endParaRPr lang="fr-FR" dirty="0"/>
          </a:p>
        </p:txBody>
      </p:sp>
    </p:spTree>
    <p:extLst>
      <p:ext uri="{BB962C8B-B14F-4D97-AF65-F5344CB8AC3E}">
        <p14:creationId xmlns:p14="http://schemas.microsoft.com/office/powerpoint/2010/main" val="3913219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4EDA75-0988-2AC2-87F8-8DEC83A7B9CA}"/>
              </a:ext>
            </a:extLst>
          </p:cNvPr>
          <p:cNvSpPr>
            <a:spLocks noGrp="1"/>
          </p:cNvSpPr>
          <p:nvPr>
            <p:ph type="title"/>
          </p:nvPr>
        </p:nvSpPr>
        <p:spPr>
          <a:xfrm>
            <a:off x="443345" y="-8291"/>
            <a:ext cx="8626010" cy="1351899"/>
          </a:xfrm>
        </p:spPr>
        <p:txBody>
          <a:bodyPr rtlCol="0"/>
          <a:lstStyle>
            <a:defPPr>
              <a:defRPr lang="fr-FR"/>
            </a:defPPr>
          </a:lstStyle>
          <a:p>
            <a:pPr rtl="0"/>
            <a:r>
              <a:rPr lang="fr-FR" dirty="0"/>
              <a:t>I. CONTEXTE ET JUSTIFICATION</a:t>
            </a:r>
          </a:p>
        </p:txBody>
      </p:sp>
      <p:sp>
        <p:nvSpPr>
          <p:cNvPr id="5" name="ZoneTexte 4">
            <a:extLst>
              <a:ext uri="{FF2B5EF4-FFF2-40B4-BE49-F238E27FC236}">
                <a16:creationId xmlns:a16="http://schemas.microsoft.com/office/drawing/2014/main" id="{AC6BE072-77EE-C207-756A-93DB205AB198}"/>
              </a:ext>
            </a:extLst>
          </p:cNvPr>
          <p:cNvSpPr txBox="1"/>
          <p:nvPr/>
        </p:nvSpPr>
        <p:spPr>
          <a:xfrm>
            <a:off x="443345" y="1632856"/>
            <a:ext cx="10347649" cy="3416320"/>
          </a:xfrm>
          <a:prstGeom prst="rect">
            <a:avLst/>
          </a:prstGeom>
          <a:noFill/>
        </p:spPr>
        <p:txBody>
          <a:bodyPr wrap="square" rtlCol="0">
            <a:spAutoFit/>
          </a:bodyPr>
          <a:lstStyle/>
          <a:p>
            <a:pPr algn="just"/>
            <a:r>
              <a:rPr lang="fr-FR" sz="2400" dirty="0"/>
              <a:t>Aujourd’hui, les systèmes Linux sont exposés à diverses attaques (accès non autorisé, exécution de commandes malveillantes, etc.). Pour résoudre cela, des outils comme </a:t>
            </a:r>
            <a:r>
              <a:rPr lang="fr-FR" sz="2400" dirty="0" err="1"/>
              <a:t>AppArmor</a:t>
            </a:r>
            <a:r>
              <a:rPr lang="fr-FR" sz="2400" dirty="0"/>
              <a:t> sont utilisés pour définir et appliquer des politiques de restriction sur les applications. Ce projet permettra de renforcer la gestion et le suivi des profils </a:t>
            </a:r>
            <a:r>
              <a:rPr lang="fr-FR" sz="2400" dirty="0" err="1"/>
              <a:t>AppArmor</a:t>
            </a:r>
            <a:r>
              <a:rPr lang="fr-FR" sz="2400" dirty="0"/>
              <a:t> à travers une solution centralisée, sécurisée et accessible via le web. La mise en place d’un gestionnaire web permettra d’améliorer l’administration des profils, de faciliter leur audit et d’intégrer des mécanismes de détection et de mitigation des comportements malveillants, contribuant ainsi à une meilleure réactivité face aux menaces.</a:t>
            </a:r>
          </a:p>
        </p:txBody>
      </p:sp>
    </p:spTree>
    <p:extLst>
      <p:ext uri="{BB962C8B-B14F-4D97-AF65-F5344CB8AC3E}">
        <p14:creationId xmlns:p14="http://schemas.microsoft.com/office/powerpoint/2010/main" val="29064919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3B219B-7E3A-7E84-6386-37313F0CFB09}"/>
              </a:ext>
            </a:extLst>
          </p:cNvPr>
          <p:cNvSpPr>
            <a:spLocks noGrp="1"/>
          </p:cNvSpPr>
          <p:nvPr>
            <p:ph type="title"/>
          </p:nvPr>
        </p:nvSpPr>
        <p:spPr>
          <a:xfrm>
            <a:off x="914399" y="422794"/>
            <a:ext cx="10758197" cy="948806"/>
          </a:xfrm>
        </p:spPr>
        <p:txBody>
          <a:bodyPr rtlCol="0"/>
          <a:lstStyle>
            <a:defPPr>
              <a:defRPr lang="fr-FR"/>
            </a:defPPr>
          </a:lstStyle>
          <a:p>
            <a:pPr rtl="0"/>
            <a:r>
              <a:rPr lang="fr-FR" sz="4000" dirty="0"/>
              <a:t>II. OBJECTIF PRINCIPAL DU PROJET</a:t>
            </a:r>
          </a:p>
        </p:txBody>
      </p:sp>
      <p:sp>
        <p:nvSpPr>
          <p:cNvPr id="10" name="Espace réservé du contenu 9">
            <a:extLst>
              <a:ext uri="{FF2B5EF4-FFF2-40B4-BE49-F238E27FC236}">
                <a16:creationId xmlns:a16="http://schemas.microsoft.com/office/drawing/2014/main" id="{1AA96936-A301-D74A-6984-F3F8D70CEB36}"/>
              </a:ext>
            </a:extLst>
          </p:cNvPr>
          <p:cNvSpPr>
            <a:spLocks noGrp="1"/>
          </p:cNvSpPr>
          <p:nvPr>
            <p:ph idx="1"/>
          </p:nvPr>
        </p:nvSpPr>
        <p:spPr>
          <a:xfrm>
            <a:off x="914399" y="2529526"/>
            <a:ext cx="10468947" cy="1846531"/>
          </a:xfrm>
        </p:spPr>
        <p:txBody>
          <a:bodyPr>
            <a:normAutofit/>
          </a:bodyPr>
          <a:lstStyle/>
          <a:p>
            <a:pPr algn="just"/>
            <a:r>
              <a:rPr lang="fr-CM" dirty="0">
                <a:solidFill>
                  <a:schemeClr val="tx1"/>
                </a:solidFill>
              </a:rPr>
              <a:t>Notre objectif principal est de </a:t>
            </a:r>
            <a:r>
              <a:rPr lang="fr-FR" dirty="0">
                <a:solidFill>
                  <a:schemeClr val="tx1"/>
                </a:solidFill>
              </a:rPr>
              <a:t>mettre en place une plateforme web sécurisée dédiée à l’administration et à l’audit des profils </a:t>
            </a:r>
            <a:r>
              <a:rPr lang="fr-FR" dirty="0" err="1">
                <a:solidFill>
                  <a:schemeClr val="tx1"/>
                </a:solidFill>
              </a:rPr>
              <a:t>AppArmor</a:t>
            </a:r>
            <a:r>
              <a:rPr lang="fr-FR" dirty="0">
                <a:solidFill>
                  <a:schemeClr val="tx1"/>
                </a:solidFill>
              </a:rPr>
              <a:t>, intégrant des fonctionnalités de détection et de mitigation des comportements malveillants.</a:t>
            </a:r>
            <a:endParaRPr lang="fr-CM" dirty="0">
              <a:solidFill>
                <a:schemeClr val="tx1"/>
              </a:solidFill>
            </a:endParaRPr>
          </a:p>
        </p:txBody>
      </p:sp>
    </p:spTree>
    <p:extLst>
      <p:ext uri="{BB962C8B-B14F-4D97-AF65-F5344CB8AC3E}">
        <p14:creationId xmlns:p14="http://schemas.microsoft.com/office/powerpoint/2010/main" val="29529238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5E8954-9BCB-7FD9-A210-38DC54382D45}"/>
              </a:ext>
            </a:extLst>
          </p:cNvPr>
          <p:cNvSpPr>
            <a:spLocks noGrp="1"/>
          </p:cNvSpPr>
          <p:nvPr>
            <p:ph type="title"/>
          </p:nvPr>
        </p:nvSpPr>
        <p:spPr>
          <a:xfrm>
            <a:off x="2593911" y="0"/>
            <a:ext cx="8117632" cy="839755"/>
          </a:xfrm>
        </p:spPr>
        <p:txBody>
          <a:bodyPr rtlCol="0"/>
          <a:lstStyle>
            <a:defPPr>
              <a:defRPr lang="fr-FR"/>
            </a:defPPr>
          </a:lstStyle>
          <a:p>
            <a:pPr rtl="0"/>
            <a:r>
              <a:rPr lang="fr-FR" sz="4000" dirty="0"/>
              <a:t>OBJECTIFS SPECIFIQUES</a:t>
            </a:r>
          </a:p>
        </p:txBody>
      </p:sp>
      <p:sp>
        <p:nvSpPr>
          <p:cNvPr id="23" name="Espace réservé du numéro de diapositive 22">
            <a:extLst>
              <a:ext uri="{FF2B5EF4-FFF2-40B4-BE49-F238E27FC236}">
                <a16:creationId xmlns:a16="http://schemas.microsoft.com/office/drawing/2014/main" id="{94FF72B7-0438-3641-5939-75128934B0DF}"/>
              </a:ext>
            </a:extLst>
          </p:cNvPr>
          <p:cNvSpPr>
            <a:spLocks noGrp="1"/>
          </p:cNvSpPr>
          <p:nvPr>
            <p:ph type="sldNum" sz="quarter" idx="10"/>
          </p:nvPr>
        </p:nvSpPr>
        <p:spPr>
          <a:xfrm>
            <a:off x="10358437" y="457199"/>
            <a:ext cx="1067589" cy="471489"/>
          </a:xfrm>
        </p:spPr>
        <p:txBody>
          <a:bodyPr rtlCol="0"/>
          <a:lstStyle>
            <a:defPPr>
              <a:defRPr lang="fr-FR"/>
            </a:defPPr>
          </a:lstStyle>
          <a:p>
            <a:pPr rtl="0"/>
            <a:fld id="{48F63A3B-78C7-47BE-AE5E-E10140E04643}" type="slidenum">
              <a:rPr lang="fr-FR" smtClean="0"/>
              <a:pPr rtl="0"/>
              <a:t>5</a:t>
            </a:fld>
            <a:endParaRPr lang="fr-FR" dirty="0"/>
          </a:p>
        </p:txBody>
      </p:sp>
      <p:sp>
        <p:nvSpPr>
          <p:cNvPr id="13" name="Rectangle 10">
            <a:extLst>
              <a:ext uri="{FF2B5EF4-FFF2-40B4-BE49-F238E27FC236}">
                <a16:creationId xmlns:a16="http://schemas.microsoft.com/office/drawing/2014/main" id="{A846BF0C-CE8E-748E-4141-2BFDD951CEBA}"/>
              </a:ext>
            </a:extLst>
          </p:cNvPr>
          <p:cNvSpPr>
            <a:spLocks noGrp="1" noChangeArrowheads="1"/>
          </p:cNvSpPr>
          <p:nvPr>
            <p:ph sz="half" idx="2"/>
          </p:nvPr>
        </p:nvSpPr>
        <p:spPr bwMode="auto">
          <a:xfrm>
            <a:off x="2593911" y="1570553"/>
            <a:ext cx="9580805" cy="42934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2400" b="0" i="0" u="none" strike="noStrike" cap="none" normalizeH="0" baseline="0" dirty="0">
                <a:ln>
                  <a:noFill/>
                </a:ln>
                <a:solidFill>
                  <a:schemeClr val="tx1"/>
                </a:solidFill>
                <a:effectLst/>
                <a:cs typeface="Times New Roman" panose="02020603050405020304" pitchFamily="18" charset="0"/>
              </a:rPr>
              <a:t>Concevoir et mettre en place des profils </a:t>
            </a:r>
            <a:r>
              <a:rPr kumimoji="0" lang="fr-FR" altLang="fr-FR" sz="2400" b="0" i="0" u="none" strike="noStrike" cap="none" normalizeH="0" baseline="0" dirty="0" err="1">
                <a:ln>
                  <a:noFill/>
                </a:ln>
                <a:solidFill>
                  <a:schemeClr val="tx1"/>
                </a:solidFill>
                <a:effectLst/>
                <a:cs typeface="Times New Roman" panose="02020603050405020304" pitchFamily="18" charset="0"/>
              </a:rPr>
              <a:t>AppArmor</a:t>
            </a:r>
            <a:r>
              <a:rPr kumimoji="0" lang="fr-FR" altLang="fr-FR" sz="2400" b="0" i="0" u="none" strike="noStrike" cap="none" normalizeH="0" baseline="0" dirty="0">
                <a:ln>
                  <a:noFill/>
                </a:ln>
                <a:solidFill>
                  <a:schemeClr val="tx1"/>
                </a:solidFill>
                <a:effectLst/>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buNone/>
              <a:tabLst/>
            </a:pPr>
            <a:r>
              <a:rPr kumimoji="0" lang="fr-FR" altLang="fr-FR" sz="2400" b="0" i="0" u="none" strike="noStrike" cap="none" normalizeH="0" baseline="0" dirty="0">
                <a:ln>
                  <a:noFill/>
                </a:ln>
                <a:solidFill>
                  <a:schemeClr val="tx1"/>
                </a:solidFill>
                <a:effectLst/>
                <a:cs typeface="Times New Roman" panose="02020603050405020304" pitchFamily="18" charset="0"/>
              </a:rPr>
              <a:t>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2400" b="0" i="0" u="none" strike="noStrike" cap="none" normalizeH="0" baseline="0" dirty="0">
                <a:ln>
                  <a:noFill/>
                </a:ln>
                <a:solidFill>
                  <a:schemeClr val="tx1"/>
                </a:solidFill>
                <a:effectLst/>
                <a:cs typeface="Times New Roman" panose="02020603050405020304" pitchFamily="18" charset="0"/>
              </a:rPr>
              <a:t>Implémenter des mécanismes de défense basés sur </a:t>
            </a:r>
            <a:r>
              <a:rPr kumimoji="0" lang="fr-FR" altLang="fr-FR" sz="2400" b="0" i="0" u="none" strike="noStrike" cap="none" normalizeH="0" baseline="0" dirty="0" err="1">
                <a:ln>
                  <a:noFill/>
                </a:ln>
                <a:solidFill>
                  <a:schemeClr val="tx1"/>
                </a:solidFill>
                <a:effectLst/>
                <a:cs typeface="Times New Roman" panose="02020603050405020304" pitchFamily="18" charset="0"/>
              </a:rPr>
              <a:t>AppArmor</a:t>
            </a:r>
            <a:r>
              <a:rPr kumimoji="0" lang="fr-FR" altLang="fr-FR" sz="2400" b="0" i="0" u="none" strike="noStrike" cap="none" normalizeH="0" baseline="0" dirty="0">
                <a:ln>
                  <a:noFill/>
                </a:ln>
                <a:solidFill>
                  <a:schemeClr val="tx1"/>
                </a:solidFill>
                <a:effectLst/>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fr-FR" altLang="fr-FR" sz="2400" b="0" i="0" u="none" strike="noStrike" cap="none" normalizeH="0" baseline="0" dirty="0">
              <a:ln>
                <a:noFill/>
              </a:ln>
              <a:solidFill>
                <a:schemeClr val="tx1"/>
              </a:solidFill>
              <a:effectLs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2400" b="0" i="0" u="none" strike="noStrike" cap="none" normalizeH="0" baseline="0" dirty="0">
                <a:ln>
                  <a:noFill/>
                </a:ln>
                <a:solidFill>
                  <a:schemeClr val="tx1"/>
                </a:solidFill>
                <a:effectLst/>
                <a:cs typeface="Times New Roman" panose="02020603050405020304" pitchFamily="18" charset="0"/>
              </a:rPr>
              <a:t>Développer un système d’audit basé sur l’analyse des logs </a:t>
            </a:r>
            <a:r>
              <a:rPr kumimoji="0" lang="fr-FR" altLang="fr-FR" sz="2400" b="0" i="0" u="none" strike="noStrike" cap="none" normalizeH="0" baseline="0" dirty="0" err="1">
                <a:ln>
                  <a:noFill/>
                </a:ln>
                <a:solidFill>
                  <a:schemeClr val="tx1"/>
                </a:solidFill>
                <a:effectLst/>
                <a:cs typeface="Times New Roman" panose="02020603050405020304" pitchFamily="18" charset="0"/>
              </a:rPr>
              <a:t>AppArmor</a:t>
            </a:r>
            <a:r>
              <a:rPr kumimoji="0" lang="fr-FR" altLang="fr-FR" sz="2400" b="0" i="0" u="none" strike="noStrike" cap="none" normalizeH="0" baseline="0" dirty="0">
                <a:ln>
                  <a:noFill/>
                </a:ln>
                <a:solidFill>
                  <a:schemeClr val="tx1"/>
                </a:solidFill>
                <a:effectLst/>
                <a:cs typeface="Times New Roman" panose="02020603050405020304" pitchFamily="18" charset="0"/>
              </a:rPr>
              <a:t> afin de détecter les comportements suspects et comparer l’état du système avant et après protection. </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fr-FR" altLang="fr-FR" sz="2400" b="0" i="0" u="none" strike="noStrike" cap="none" normalizeH="0" baseline="0" dirty="0">
              <a:ln>
                <a:noFill/>
              </a:ln>
              <a:solidFill>
                <a:schemeClr val="tx1"/>
              </a:solidFill>
              <a:effectLst/>
              <a:cs typeface="Times New Roman" panose="02020603050405020304" pitchFamily="18" charset="0"/>
            </a:endParaRPr>
          </a:p>
          <a:p>
            <a:pPr marL="0" indent="0" algn="just" eaLnBrk="0" fontAlgn="base" hangingPunct="0">
              <a:spcBef>
                <a:spcPct val="0"/>
              </a:spcBef>
              <a:spcAft>
                <a:spcPct val="0"/>
              </a:spcAft>
              <a:buFontTx/>
              <a:buChar char="•"/>
            </a:pPr>
            <a:r>
              <a:rPr kumimoji="0" lang="fr-FR" altLang="fr-FR" sz="2400" b="0" i="0" u="none" strike="noStrike" cap="none" normalizeH="0" baseline="0" dirty="0">
                <a:ln>
                  <a:noFill/>
                </a:ln>
                <a:solidFill>
                  <a:schemeClr val="tx1"/>
                </a:solidFill>
                <a:effectLst/>
                <a:cs typeface="Times New Roman" panose="02020603050405020304" pitchFamily="18" charset="0"/>
              </a:rPr>
              <a:t>Concevoir et développer une interface web sécurisée permettant l’administration des profils </a:t>
            </a:r>
            <a:r>
              <a:rPr kumimoji="0" lang="fr-FR" altLang="fr-FR" sz="2400" b="0" i="0" u="none" strike="noStrike" cap="none" normalizeH="0" baseline="0" dirty="0" err="1">
                <a:ln>
                  <a:noFill/>
                </a:ln>
                <a:solidFill>
                  <a:schemeClr val="tx1"/>
                </a:solidFill>
                <a:effectLst/>
                <a:cs typeface="Times New Roman" panose="02020603050405020304" pitchFamily="18" charset="0"/>
              </a:rPr>
              <a:t>AppArmor</a:t>
            </a:r>
            <a:r>
              <a:rPr kumimoji="0" lang="fr-FR" altLang="fr-FR" sz="2400" b="0" i="0" u="none" strike="noStrike" cap="none" normalizeH="0" baseline="0" dirty="0">
                <a:ln>
                  <a:noFill/>
                </a:ln>
                <a:solidFill>
                  <a:schemeClr val="tx1"/>
                </a:solidFill>
                <a:effectLst/>
                <a:cs typeface="Times New Roman" panose="02020603050405020304" pitchFamily="18" charset="0"/>
              </a:rPr>
              <a:t>, l’activation/désactivation des politiques de sécurité et la visualisation des logs d’activité. </a:t>
            </a:r>
            <a:endParaRPr lang="fr-FR" altLang="fr-FR" sz="2400" dirty="0">
              <a:solidFill>
                <a:schemeClr val="tx1"/>
              </a:solidFill>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fr-FR" altLang="fr-FR" sz="9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5681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210199-C129-11F0-56F2-2D1AED21CB4C}"/>
              </a:ext>
            </a:extLst>
          </p:cNvPr>
          <p:cNvSpPr>
            <a:spLocks noGrp="1"/>
          </p:cNvSpPr>
          <p:nvPr>
            <p:ph type="title"/>
          </p:nvPr>
        </p:nvSpPr>
        <p:spPr>
          <a:xfrm>
            <a:off x="3478547" y="0"/>
            <a:ext cx="8441255" cy="531845"/>
          </a:xfrm>
        </p:spPr>
        <p:txBody>
          <a:bodyPr rtlCol="0"/>
          <a:lstStyle>
            <a:defPPr>
              <a:defRPr lang="fr-FR"/>
            </a:defPPr>
          </a:lstStyle>
          <a:p>
            <a:pPr rtl="0"/>
            <a:r>
              <a:rPr lang="fr-FR" sz="2400" dirty="0"/>
              <a:t>III. EXPRESSIONS DES BESOINS FONCTIONNELS</a:t>
            </a:r>
          </a:p>
        </p:txBody>
      </p:sp>
      <p:sp>
        <p:nvSpPr>
          <p:cNvPr id="3" name="Espace réservé du numéro de diapositive 2">
            <a:extLst>
              <a:ext uri="{FF2B5EF4-FFF2-40B4-BE49-F238E27FC236}">
                <a16:creationId xmlns:a16="http://schemas.microsoft.com/office/drawing/2014/main" id="{370AEC4F-E711-8552-9C34-82C1514A1E37}"/>
              </a:ext>
            </a:extLst>
          </p:cNvPr>
          <p:cNvSpPr>
            <a:spLocks noGrp="1"/>
          </p:cNvSpPr>
          <p:nvPr>
            <p:ph type="sldNum" sz="quarter" idx="10"/>
          </p:nvPr>
        </p:nvSpPr>
        <p:spPr>
          <a:xfrm>
            <a:off x="10932251" y="466529"/>
            <a:ext cx="987552" cy="471489"/>
          </a:xfrm>
        </p:spPr>
        <p:txBody>
          <a:bodyPr rtlCol="0"/>
          <a:lstStyle>
            <a:defPPr>
              <a:defRPr lang="fr-FR"/>
            </a:defPPr>
          </a:lstStyle>
          <a:p>
            <a:pPr rtl="0"/>
            <a:fld id="{48F63A3B-78C7-47BE-AE5E-E10140E04643}" type="slidenum">
              <a:rPr lang="fr-FR" smtClean="0"/>
              <a:pPr rtl="0"/>
              <a:t>6</a:t>
            </a:fld>
            <a:endParaRPr lang="fr-FR" dirty="0"/>
          </a:p>
        </p:txBody>
      </p:sp>
      <p:sp>
        <p:nvSpPr>
          <p:cNvPr id="5" name="Rectangle 1">
            <a:extLst>
              <a:ext uri="{FF2B5EF4-FFF2-40B4-BE49-F238E27FC236}">
                <a16:creationId xmlns:a16="http://schemas.microsoft.com/office/drawing/2014/main" id="{6BAD3D6B-9D24-4315-BD47-54B89668C02B}"/>
              </a:ext>
            </a:extLst>
          </p:cNvPr>
          <p:cNvSpPr>
            <a:spLocks noGrp="1" noChangeArrowheads="1"/>
          </p:cNvSpPr>
          <p:nvPr>
            <p:ph idx="11"/>
          </p:nvPr>
        </p:nvSpPr>
        <p:spPr bwMode="auto">
          <a:xfrm>
            <a:off x="3413760" y="1379577"/>
            <a:ext cx="8778240" cy="477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fr-FR" altLang="fr-FR" sz="1800" dirty="0">
                <a:solidFill>
                  <a:schemeClr val="tx1"/>
                </a:solidFill>
              </a:rPr>
              <a:t>Les besoins fonctionnels ce que le système doit faire pour remplir ses objectifs. Nous pouvons citer:</a:t>
            </a:r>
          </a:p>
          <a:p>
            <a:pPr lvl="0" eaLnBrk="0" fontAlgn="base" hangingPunct="0">
              <a:spcBef>
                <a:spcPct val="0"/>
              </a:spcBef>
              <a:spcAft>
                <a:spcPct val="0"/>
              </a:spcAft>
              <a:buFontTx/>
              <a:buChar char="•"/>
            </a:pPr>
            <a:r>
              <a:rPr lang="fr-FR" altLang="fr-FR" sz="1800" dirty="0">
                <a:solidFill>
                  <a:schemeClr val="tx1"/>
                </a:solidFill>
              </a:rPr>
              <a:t> Permettre l’authentification sécurisée des utilisateurs pour accéder à la plateforme.</a:t>
            </a:r>
          </a:p>
          <a:p>
            <a:pPr lvl="0" eaLnBrk="0" fontAlgn="base" hangingPunct="0">
              <a:spcBef>
                <a:spcPct val="0"/>
              </a:spcBef>
              <a:spcAft>
                <a:spcPct val="0"/>
              </a:spcAft>
              <a:buFontTx/>
              <a:buChar char="•"/>
            </a:pPr>
            <a:endParaRPr lang="fr-FR" altLang="fr-FR" sz="1800" dirty="0">
              <a:solidFill>
                <a:schemeClr val="tx1"/>
              </a:solidFill>
            </a:endParaRPr>
          </a:p>
          <a:p>
            <a:pPr lvl="0" eaLnBrk="0" fontAlgn="base" hangingPunct="0">
              <a:spcBef>
                <a:spcPct val="0"/>
              </a:spcBef>
              <a:spcAft>
                <a:spcPct val="0"/>
              </a:spcAft>
              <a:buFontTx/>
              <a:buChar char="•"/>
            </a:pPr>
            <a:r>
              <a:rPr lang="fr-FR" altLang="fr-FR" sz="1800" dirty="0">
                <a:solidFill>
                  <a:schemeClr val="tx1"/>
                </a:solidFill>
              </a:rPr>
              <a:t>Offrir une interface de gestion des profils </a:t>
            </a:r>
            <a:r>
              <a:rPr lang="fr-FR" altLang="fr-FR" sz="1800" dirty="0" err="1">
                <a:solidFill>
                  <a:schemeClr val="tx1"/>
                </a:solidFill>
              </a:rPr>
              <a:t>AppArmor</a:t>
            </a:r>
            <a:r>
              <a:rPr lang="fr-FR" altLang="fr-FR" sz="1800" dirty="0">
                <a:solidFill>
                  <a:schemeClr val="tx1"/>
                </a:solidFill>
              </a:rPr>
              <a:t> (création, modification, suppression).</a:t>
            </a:r>
          </a:p>
          <a:p>
            <a:pPr lvl="0" eaLnBrk="0" fontAlgn="base" hangingPunct="0">
              <a:spcBef>
                <a:spcPct val="0"/>
              </a:spcBef>
              <a:spcAft>
                <a:spcPct val="0"/>
              </a:spcAft>
            </a:pPr>
            <a:endParaRPr lang="fr-FR" altLang="fr-FR" sz="1800" dirty="0">
              <a:solidFill>
                <a:schemeClr val="tx1"/>
              </a:solidFill>
            </a:endParaRPr>
          </a:p>
          <a:p>
            <a:pPr lvl="0" eaLnBrk="0" fontAlgn="base" hangingPunct="0">
              <a:spcBef>
                <a:spcPct val="0"/>
              </a:spcBef>
              <a:spcAft>
                <a:spcPct val="0"/>
              </a:spcAft>
              <a:buFontTx/>
              <a:buChar char="•"/>
            </a:pPr>
            <a:r>
              <a:rPr lang="fr-FR" altLang="fr-FR" sz="1800" dirty="0">
                <a:solidFill>
                  <a:schemeClr val="tx1"/>
                </a:solidFill>
              </a:rPr>
              <a:t>Permettre l’activation et la désactivation des profils </a:t>
            </a:r>
            <a:r>
              <a:rPr lang="fr-FR" altLang="fr-FR" sz="1800" dirty="0" err="1">
                <a:solidFill>
                  <a:schemeClr val="tx1"/>
                </a:solidFill>
              </a:rPr>
              <a:t>AppArmor</a:t>
            </a:r>
            <a:r>
              <a:rPr lang="fr-FR" altLang="fr-FR" sz="1800" dirty="0">
                <a:solidFill>
                  <a:schemeClr val="tx1"/>
                </a:solidFill>
              </a:rPr>
              <a:t> directement depuis l’interface web.</a:t>
            </a:r>
          </a:p>
          <a:p>
            <a:pPr lvl="0" eaLnBrk="0" fontAlgn="base" hangingPunct="0">
              <a:spcBef>
                <a:spcPct val="0"/>
              </a:spcBef>
              <a:spcAft>
                <a:spcPct val="0"/>
              </a:spcAft>
              <a:buFontTx/>
              <a:buChar char="•"/>
            </a:pPr>
            <a:endParaRPr lang="fr-FR" altLang="fr-FR" sz="1800" dirty="0">
              <a:solidFill>
                <a:schemeClr val="tx1"/>
              </a:solidFill>
            </a:endParaRPr>
          </a:p>
          <a:p>
            <a:pPr lvl="0" eaLnBrk="0" fontAlgn="base" hangingPunct="0">
              <a:spcBef>
                <a:spcPct val="0"/>
              </a:spcBef>
              <a:spcAft>
                <a:spcPct val="0"/>
              </a:spcAft>
              <a:buFontTx/>
              <a:buChar char="•"/>
            </a:pPr>
            <a:r>
              <a:rPr lang="fr-FR" altLang="fr-FR" sz="1800" dirty="0">
                <a:solidFill>
                  <a:schemeClr val="tx1"/>
                </a:solidFill>
              </a:rPr>
              <a:t>Gérer les modes de fonctionnement des profils (</a:t>
            </a:r>
            <a:r>
              <a:rPr lang="fr-FR" altLang="fr-FR" sz="1800" i="1" dirty="0" err="1">
                <a:solidFill>
                  <a:schemeClr val="tx1"/>
                </a:solidFill>
              </a:rPr>
              <a:t>complain</a:t>
            </a:r>
            <a:r>
              <a:rPr lang="fr-FR" altLang="fr-FR" sz="1800" dirty="0">
                <a:solidFill>
                  <a:schemeClr val="tx1"/>
                </a:solidFill>
              </a:rPr>
              <a:t> et </a:t>
            </a:r>
            <a:r>
              <a:rPr lang="fr-FR" altLang="fr-FR" sz="1800" i="1" dirty="0">
                <a:solidFill>
                  <a:schemeClr val="tx1"/>
                </a:solidFill>
              </a:rPr>
              <a:t>enforce</a:t>
            </a:r>
            <a:r>
              <a:rPr lang="fr-FR" altLang="fr-FR" sz="1800" dirty="0">
                <a:solidFill>
                  <a:schemeClr val="tx1"/>
                </a:solidFill>
              </a:rPr>
              <a:t>).</a:t>
            </a:r>
          </a:p>
          <a:p>
            <a:pPr lvl="0" eaLnBrk="0" fontAlgn="base" hangingPunct="0">
              <a:spcBef>
                <a:spcPct val="0"/>
              </a:spcBef>
              <a:spcAft>
                <a:spcPct val="0"/>
              </a:spcAft>
              <a:buFontTx/>
              <a:buChar char="•"/>
            </a:pPr>
            <a:endParaRPr lang="fr-FR" altLang="fr-FR" sz="1800" dirty="0">
              <a:solidFill>
                <a:schemeClr val="tx1"/>
              </a:solidFill>
            </a:endParaRPr>
          </a:p>
          <a:p>
            <a:pPr lvl="0" eaLnBrk="0" fontAlgn="base" hangingPunct="0">
              <a:spcBef>
                <a:spcPct val="0"/>
              </a:spcBef>
              <a:spcAft>
                <a:spcPct val="0"/>
              </a:spcAft>
              <a:buFontTx/>
              <a:buChar char="•"/>
            </a:pPr>
            <a:r>
              <a:rPr lang="fr-FR" altLang="fr-FR" sz="1800" dirty="0">
                <a:solidFill>
                  <a:schemeClr val="tx1"/>
                </a:solidFill>
              </a:rPr>
              <a:t>Fournir un tableau de bord affichant l’état global des profils et des applications surveillées.</a:t>
            </a:r>
          </a:p>
          <a:p>
            <a:pPr lvl="0" eaLnBrk="0" fontAlgn="base" hangingPunct="0">
              <a:spcBef>
                <a:spcPct val="0"/>
              </a:spcBef>
              <a:spcAft>
                <a:spcPct val="0"/>
              </a:spcAft>
              <a:buFontTx/>
              <a:buChar char="•"/>
            </a:pPr>
            <a:endParaRPr lang="fr-FR" altLang="fr-FR" sz="1800" dirty="0">
              <a:solidFill>
                <a:schemeClr val="tx1"/>
              </a:solidFill>
            </a:endParaRPr>
          </a:p>
          <a:p>
            <a:pPr lvl="0" eaLnBrk="0" fontAlgn="base" hangingPunct="0">
              <a:spcBef>
                <a:spcPct val="0"/>
              </a:spcBef>
              <a:spcAft>
                <a:spcPct val="0"/>
              </a:spcAft>
              <a:buFontTx/>
              <a:buChar char="•"/>
            </a:pPr>
            <a:r>
              <a:rPr lang="fr-FR" altLang="fr-FR" sz="1800" dirty="0">
                <a:solidFill>
                  <a:schemeClr val="tx1"/>
                </a:solidFill>
              </a:rPr>
              <a:t>Visualiser en temps réel les logs </a:t>
            </a:r>
            <a:r>
              <a:rPr lang="fr-FR" altLang="fr-FR" sz="1800" dirty="0" err="1">
                <a:solidFill>
                  <a:schemeClr val="tx1"/>
                </a:solidFill>
              </a:rPr>
              <a:t>AppArmor</a:t>
            </a:r>
            <a:r>
              <a:rPr lang="fr-FR" altLang="fr-FR" sz="1800" dirty="0">
                <a:solidFill>
                  <a:schemeClr val="tx1"/>
                </a:solidFill>
              </a:rPr>
              <a:t> générés par le système.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1317180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8A34A6-22BC-27A4-2C79-EE98A4943B14}"/>
              </a:ext>
            </a:extLst>
          </p:cNvPr>
          <p:cNvSpPr>
            <a:spLocks noGrp="1"/>
          </p:cNvSpPr>
          <p:nvPr>
            <p:ph type="title"/>
          </p:nvPr>
        </p:nvSpPr>
        <p:spPr>
          <a:xfrm>
            <a:off x="160018" y="0"/>
            <a:ext cx="8846821" cy="632460"/>
          </a:xfrm>
        </p:spPr>
        <p:txBody>
          <a:bodyPr rtlCol="0"/>
          <a:lstStyle>
            <a:defPPr>
              <a:defRPr lang="fr-FR"/>
            </a:defPPr>
          </a:lstStyle>
          <a:p>
            <a:pPr rtl="0"/>
            <a:r>
              <a:rPr lang="fr-FR" sz="3200" dirty="0"/>
              <a:t>IV. EVALUATION DES RESSOURCES</a:t>
            </a:r>
          </a:p>
        </p:txBody>
      </p:sp>
      <p:sp>
        <p:nvSpPr>
          <p:cNvPr id="3" name="Espace réservé du numéro de diapositive 2">
            <a:extLst>
              <a:ext uri="{FF2B5EF4-FFF2-40B4-BE49-F238E27FC236}">
                <a16:creationId xmlns:a16="http://schemas.microsoft.com/office/drawing/2014/main" id="{7267C004-8B72-C872-98FB-00A2A584D055}"/>
              </a:ext>
            </a:extLst>
          </p:cNvPr>
          <p:cNvSpPr>
            <a:spLocks noGrp="1"/>
          </p:cNvSpPr>
          <p:nvPr>
            <p:ph type="sldNum" sz="quarter" idx="10"/>
          </p:nvPr>
        </p:nvSpPr>
        <p:spPr>
          <a:xfrm>
            <a:off x="10438475" y="457199"/>
            <a:ext cx="987552" cy="471489"/>
          </a:xfrm>
        </p:spPr>
        <p:txBody>
          <a:bodyPr rtlCol="0"/>
          <a:lstStyle>
            <a:defPPr>
              <a:defRPr lang="fr-FR"/>
            </a:defPPr>
          </a:lstStyle>
          <a:p>
            <a:pPr rtl="0"/>
            <a:fld id="{48F63A3B-78C7-47BE-AE5E-E10140E04643}" type="slidenum">
              <a:rPr lang="fr-FR" smtClean="0"/>
              <a:pPr rtl="0"/>
              <a:t>7</a:t>
            </a:fld>
            <a:endParaRPr lang="fr-FR" dirty="0"/>
          </a:p>
        </p:txBody>
      </p:sp>
      <p:sp>
        <p:nvSpPr>
          <p:cNvPr id="8" name="ZoneTexte 7">
            <a:extLst>
              <a:ext uri="{FF2B5EF4-FFF2-40B4-BE49-F238E27FC236}">
                <a16:creationId xmlns:a16="http://schemas.microsoft.com/office/drawing/2014/main" id="{0F07D61B-F8A9-1AF4-289D-99C67AFE23A2}"/>
              </a:ext>
            </a:extLst>
          </p:cNvPr>
          <p:cNvSpPr txBox="1"/>
          <p:nvPr/>
        </p:nvSpPr>
        <p:spPr>
          <a:xfrm>
            <a:off x="160018" y="744022"/>
            <a:ext cx="6736702" cy="369332"/>
          </a:xfrm>
          <a:prstGeom prst="rect">
            <a:avLst/>
          </a:prstGeom>
          <a:noFill/>
        </p:spPr>
        <p:txBody>
          <a:bodyPr wrap="square" rtlCol="0">
            <a:spAutoFit/>
          </a:bodyPr>
          <a:lstStyle/>
          <a:p>
            <a:r>
              <a:rPr lang="fr-CM" dirty="0"/>
              <a:t>a. Ressources logicielles</a:t>
            </a:r>
          </a:p>
        </p:txBody>
      </p:sp>
      <p:graphicFrame>
        <p:nvGraphicFramePr>
          <p:cNvPr id="9" name="Tableau 8">
            <a:extLst>
              <a:ext uri="{FF2B5EF4-FFF2-40B4-BE49-F238E27FC236}">
                <a16:creationId xmlns:a16="http://schemas.microsoft.com/office/drawing/2014/main" id="{9F72D638-401C-8D53-83FA-A5F4BF86EB41}"/>
              </a:ext>
            </a:extLst>
          </p:cNvPr>
          <p:cNvGraphicFramePr>
            <a:graphicFrameLocks noGrp="1"/>
          </p:cNvGraphicFramePr>
          <p:nvPr>
            <p:extLst>
              <p:ext uri="{D42A27DB-BD31-4B8C-83A1-F6EECF244321}">
                <p14:modId xmlns:p14="http://schemas.microsoft.com/office/powerpoint/2010/main" val="661428835"/>
              </p:ext>
            </p:extLst>
          </p:nvPr>
        </p:nvGraphicFramePr>
        <p:xfrm>
          <a:off x="160018" y="1152239"/>
          <a:ext cx="8648080" cy="4800690"/>
        </p:xfrm>
        <a:graphic>
          <a:graphicData uri="http://schemas.openxmlformats.org/drawingml/2006/table">
            <a:tbl>
              <a:tblPr firstRow="1" bandRow="1">
                <a:tableStyleId>{5DA37D80-6434-44D0-A028-1B22A696006F}</a:tableStyleId>
              </a:tblPr>
              <a:tblGrid>
                <a:gridCol w="2162020">
                  <a:extLst>
                    <a:ext uri="{9D8B030D-6E8A-4147-A177-3AD203B41FA5}">
                      <a16:colId xmlns:a16="http://schemas.microsoft.com/office/drawing/2014/main" val="1955522870"/>
                    </a:ext>
                  </a:extLst>
                </a:gridCol>
                <a:gridCol w="2162020">
                  <a:extLst>
                    <a:ext uri="{9D8B030D-6E8A-4147-A177-3AD203B41FA5}">
                      <a16:colId xmlns:a16="http://schemas.microsoft.com/office/drawing/2014/main" val="813716825"/>
                    </a:ext>
                  </a:extLst>
                </a:gridCol>
                <a:gridCol w="2162020">
                  <a:extLst>
                    <a:ext uri="{9D8B030D-6E8A-4147-A177-3AD203B41FA5}">
                      <a16:colId xmlns:a16="http://schemas.microsoft.com/office/drawing/2014/main" val="3206742962"/>
                    </a:ext>
                  </a:extLst>
                </a:gridCol>
                <a:gridCol w="2162020">
                  <a:extLst>
                    <a:ext uri="{9D8B030D-6E8A-4147-A177-3AD203B41FA5}">
                      <a16:colId xmlns:a16="http://schemas.microsoft.com/office/drawing/2014/main" val="185116053"/>
                    </a:ext>
                  </a:extLst>
                </a:gridCol>
              </a:tblGrid>
              <a:tr h="449838">
                <a:tc>
                  <a:txBody>
                    <a:bodyPr/>
                    <a:lstStyle/>
                    <a:p>
                      <a:r>
                        <a:rPr lang="fr-CM" dirty="0"/>
                        <a:t>Titre</a:t>
                      </a:r>
                    </a:p>
                  </a:txBody>
                  <a:tcPr/>
                </a:tc>
                <a:tc>
                  <a:txBody>
                    <a:bodyPr/>
                    <a:lstStyle/>
                    <a:p>
                      <a:r>
                        <a:rPr lang="fr-CM" dirty="0"/>
                        <a:t>Logos</a:t>
                      </a:r>
                    </a:p>
                  </a:txBody>
                  <a:tcPr/>
                </a:tc>
                <a:tc>
                  <a:txBody>
                    <a:bodyPr/>
                    <a:lstStyle/>
                    <a:p>
                      <a:r>
                        <a:rPr lang="fr-CM" dirty="0"/>
                        <a:t>Description</a:t>
                      </a:r>
                    </a:p>
                  </a:txBody>
                  <a:tcPr/>
                </a:tc>
                <a:tc>
                  <a:txBody>
                    <a:bodyPr/>
                    <a:lstStyle/>
                    <a:p>
                      <a:r>
                        <a:rPr lang="fr-CM" dirty="0"/>
                        <a:t>Prix</a:t>
                      </a:r>
                    </a:p>
                  </a:txBody>
                  <a:tcPr/>
                </a:tc>
                <a:extLst>
                  <a:ext uri="{0D108BD9-81ED-4DB2-BD59-A6C34878D82A}">
                    <a16:rowId xmlns:a16="http://schemas.microsoft.com/office/drawing/2014/main" val="1040010682"/>
                  </a:ext>
                </a:extLst>
              </a:tr>
              <a:tr h="776433">
                <a:tc>
                  <a:txBody>
                    <a:bodyPr/>
                    <a:lstStyle/>
                    <a:p>
                      <a:r>
                        <a:rPr lang="fr-CM" dirty="0"/>
                        <a:t>VMWare Workstation</a:t>
                      </a:r>
                    </a:p>
                  </a:txBody>
                  <a:tcPr/>
                </a:tc>
                <a:tc>
                  <a:txBody>
                    <a:bodyPr/>
                    <a:lstStyle/>
                    <a:p>
                      <a:endParaRPr lang="fr-CM" dirty="0"/>
                    </a:p>
                  </a:txBody>
                  <a:tcPr/>
                </a:tc>
                <a:tc>
                  <a:txBody>
                    <a:bodyPr/>
                    <a:lstStyle/>
                    <a:p>
                      <a:r>
                        <a:rPr lang="fr-CM" dirty="0"/>
                        <a:t>Hyperviseur</a:t>
                      </a:r>
                    </a:p>
                  </a:txBody>
                  <a:tcPr/>
                </a:tc>
                <a:tc>
                  <a:txBody>
                    <a:bodyPr/>
                    <a:lstStyle/>
                    <a:p>
                      <a:r>
                        <a:rPr lang="fr-CM" dirty="0"/>
                        <a:t>Gratuit</a:t>
                      </a:r>
                    </a:p>
                  </a:txBody>
                  <a:tcPr/>
                </a:tc>
                <a:extLst>
                  <a:ext uri="{0D108BD9-81ED-4DB2-BD59-A6C34878D82A}">
                    <a16:rowId xmlns:a16="http://schemas.microsoft.com/office/drawing/2014/main" val="566395893"/>
                  </a:ext>
                </a:extLst>
              </a:tr>
              <a:tr h="776433">
                <a:tc>
                  <a:txBody>
                    <a:bodyPr/>
                    <a:lstStyle/>
                    <a:p>
                      <a:r>
                        <a:rPr lang="fr-CM" dirty="0"/>
                        <a:t>Ubuntu</a:t>
                      </a:r>
                    </a:p>
                  </a:txBody>
                  <a:tcPr/>
                </a:tc>
                <a:tc>
                  <a:txBody>
                    <a:bodyPr/>
                    <a:lstStyle/>
                    <a:p>
                      <a:endParaRPr lang="fr-CM" dirty="0"/>
                    </a:p>
                    <a:p>
                      <a:endParaRPr lang="fr-CM" dirty="0"/>
                    </a:p>
                  </a:txBody>
                  <a:tcPr/>
                </a:tc>
                <a:tc>
                  <a:txBody>
                    <a:bodyPr/>
                    <a:lstStyle/>
                    <a:p>
                      <a:r>
                        <a:rPr lang="fr-CM" dirty="0"/>
                        <a:t>Système d’exploitation</a:t>
                      </a:r>
                    </a:p>
                  </a:txBody>
                  <a:tcPr/>
                </a:tc>
                <a:tc>
                  <a:txBody>
                    <a:bodyPr/>
                    <a:lstStyle/>
                    <a:p>
                      <a:r>
                        <a:rPr lang="fr-CM" dirty="0"/>
                        <a:t>Gratuit</a:t>
                      </a:r>
                    </a:p>
                  </a:txBody>
                  <a:tcPr/>
                </a:tc>
                <a:extLst>
                  <a:ext uri="{0D108BD9-81ED-4DB2-BD59-A6C34878D82A}">
                    <a16:rowId xmlns:a16="http://schemas.microsoft.com/office/drawing/2014/main" val="2103902507"/>
                  </a:ext>
                </a:extLst>
              </a:tr>
              <a:tr h="932662">
                <a:tc>
                  <a:txBody>
                    <a:bodyPr/>
                    <a:lstStyle/>
                    <a:p>
                      <a:r>
                        <a:rPr lang="fr-CM" dirty="0" err="1"/>
                        <a:t>AppArmor</a:t>
                      </a:r>
                      <a:endParaRPr lang="fr-CM" dirty="0"/>
                    </a:p>
                  </a:txBody>
                  <a:tcPr/>
                </a:tc>
                <a:tc>
                  <a:txBody>
                    <a:bodyPr/>
                    <a:lstStyle/>
                    <a:p>
                      <a:endParaRPr lang="fr-CM" dirty="0"/>
                    </a:p>
                    <a:p>
                      <a:endParaRPr lang="fr-CM" dirty="0"/>
                    </a:p>
                    <a:p>
                      <a:endParaRPr lang="fr-CM" dirty="0"/>
                    </a:p>
                  </a:txBody>
                  <a:tcPr/>
                </a:tc>
                <a:tc>
                  <a:txBody>
                    <a:bodyPr/>
                    <a:lstStyle/>
                    <a:p>
                      <a:r>
                        <a:rPr lang="fr-CM" dirty="0"/>
                        <a:t>Système de sécurité Linux</a:t>
                      </a:r>
                    </a:p>
                  </a:txBody>
                  <a:tcPr/>
                </a:tc>
                <a:tc>
                  <a:txBody>
                    <a:bodyPr/>
                    <a:lstStyle/>
                    <a:p>
                      <a:r>
                        <a:rPr lang="fr-CM" dirty="0"/>
                        <a:t>Gratuit</a:t>
                      </a:r>
                    </a:p>
                  </a:txBody>
                  <a:tcPr/>
                </a:tc>
                <a:extLst>
                  <a:ext uri="{0D108BD9-81ED-4DB2-BD59-A6C34878D82A}">
                    <a16:rowId xmlns:a16="http://schemas.microsoft.com/office/drawing/2014/main" val="178836005"/>
                  </a:ext>
                </a:extLst>
              </a:tr>
              <a:tr h="932662">
                <a:tc>
                  <a:txBody>
                    <a:bodyPr/>
                    <a:lstStyle/>
                    <a:p>
                      <a:r>
                        <a:rPr lang="fr-CM" dirty="0"/>
                        <a:t>IDE (de notre choix)</a:t>
                      </a:r>
                    </a:p>
                  </a:txBody>
                  <a:tcPr/>
                </a:tc>
                <a:tc>
                  <a:txBody>
                    <a:bodyPr/>
                    <a:lstStyle/>
                    <a:p>
                      <a:endParaRPr lang="fr-CM" dirty="0"/>
                    </a:p>
                    <a:p>
                      <a:endParaRPr lang="fr-CM" dirty="0"/>
                    </a:p>
                    <a:p>
                      <a:endParaRPr lang="fr-CM" dirty="0"/>
                    </a:p>
                  </a:txBody>
                  <a:tcPr>
                    <a:solidFill>
                      <a:schemeClr val="tx1">
                        <a:lumMod val="50000"/>
                        <a:lumOff val="50000"/>
                      </a:schemeClr>
                    </a:solidFill>
                  </a:tcPr>
                </a:tc>
                <a:tc>
                  <a:txBody>
                    <a:bodyPr/>
                    <a:lstStyle/>
                    <a:p>
                      <a:r>
                        <a:rPr lang="fr-CM" dirty="0"/>
                        <a:t>Editeur de texte</a:t>
                      </a:r>
                    </a:p>
                  </a:txBody>
                  <a:tcPr/>
                </a:tc>
                <a:tc>
                  <a:txBody>
                    <a:bodyPr/>
                    <a:lstStyle/>
                    <a:p>
                      <a:r>
                        <a:rPr lang="fr-CM" dirty="0"/>
                        <a:t>Gratuit</a:t>
                      </a:r>
                    </a:p>
                  </a:txBody>
                  <a:tcPr/>
                </a:tc>
                <a:extLst>
                  <a:ext uri="{0D108BD9-81ED-4DB2-BD59-A6C34878D82A}">
                    <a16:rowId xmlns:a16="http://schemas.microsoft.com/office/drawing/2014/main" val="2859314671"/>
                  </a:ext>
                </a:extLst>
              </a:tr>
              <a:tr h="932662">
                <a:tc>
                  <a:txBody>
                    <a:bodyPr/>
                    <a:lstStyle/>
                    <a:p>
                      <a:r>
                        <a:rPr lang="fr-CM" dirty="0" err="1"/>
                        <a:t>Mysql</a:t>
                      </a:r>
                      <a:r>
                        <a:rPr lang="fr-CM" dirty="0"/>
                        <a:t> </a:t>
                      </a:r>
                      <a:r>
                        <a:rPr lang="fr-CM" dirty="0" err="1"/>
                        <a:t>DataBase</a:t>
                      </a:r>
                      <a:endParaRPr lang="fr-CM" dirty="0"/>
                    </a:p>
                  </a:txBody>
                  <a:tcPr/>
                </a:tc>
                <a:tc>
                  <a:txBody>
                    <a:bodyPr/>
                    <a:lstStyle/>
                    <a:p>
                      <a:endParaRPr lang="fr-CM" dirty="0"/>
                    </a:p>
                    <a:p>
                      <a:endParaRPr lang="fr-CM" dirty="0"/>
                    </a:p>
                    <a:p>
                      <a:endParaRPr lang="fr-CM" dirty="0"/>
                    </a:p>
                  </a:txBody>
                  <a:tcPr/>
                </a:tc>
                <a:tc>
                  <a:txBody>
                    <a:bodyPr/>
                    <a:lstStyle/>
                    <a:p>
                      <a:r>
                        <a:rPr lang="fr-CM" dirty="0"/>
                        <a:t>SGBD</a:t>
                      </a:r>
                    </a:p>
                  </a:txBody>
                  <a:tcPr/>
                </a:tc>
                <a:tc>
                  <a:txBody>
                    <a:bodyPr/>
                    <a:lstStyle/>
                    <a:p>
                      <a:r>
                        <a:rPr lang="fr-CM" dirty="0"/>
                        <a:t>Gratuit</a:t>
                      </a:r>
                    </a:p>
                  </a:txBody>
                  <a:tcPr/>
                </a:tc>
                <a:extLst>
                  <a:ext uri="{0D108BD9-81ED-4DB2-BD59-A6C34878D82A}">
                    <a16:rowId xmlns:a16="http://schemas.microsoft.com/office/drawing/2014/main" val="1296429150"/>
                  </a:ext>
                </a:extLst>
              </a:tr>
            </a:tbl>
          </a:graphicData>
        </a:graphic>
      </p:graphicFrame>
      <p:pic>
        <p:nvPicPr>
          <p:cNvPr id="12" name="Image 11" descr="Une image contenant Graphique, capture d’écran">
            <a:extLst>
              <a:ext uri="{FF2B5EF4-FFF2-40B4-BE49-F238E27FC236}">
                <a16:creationId xmlns:a16="http://schemas.microsoft.com/office/drawing/2014/main" id="{7941AC6B-BE03-C148-62BC-76C161CEA4DF}"/>
              </a:ext>
            </a:extLst>
          </p:cNvPr>
          <p:cNvPicPr>
            <a:picLocks noChangeAspect="1"/>
          </p:cNvPicPr>
          <p:nvPr/>
        </p:nvPicPr>
        <p:blipFill>
          <a:blip r:embed="rId3"/>
          <a:stretch>
            <a:fillRect/>
          </a:stretch>
        </p:blipFill>
        <p:spPr>
          <a:xfrm>
            <a:off x="2437442" y="2351314"/>
            <a:ext cx="1298476" cy="730393"/>
          </a:xfrm>
          <a:prstGeom prst="rect">
            <a:avLst/>
          </a:prstGeom>
        </p:spPr>
      </p:pic>
      <p:pic>
        <p:nvPicPr>
          <p:cNvPr id="15" name="Image 14" descr="Une image contenant texte, logo, conception, capture d’écran&#10;&#10;Description générée automatiquement">
            <a:extLst>
              <a:ext uri="{FF2B5EF4-FFF2-40B4-BE49-F238E27FC236}">
                <a16:creationId xmlns:a16="http://schemas.microsoft.com/office/drawing/2014/main" id="{48E7F47D-95B9-76EE-2FDC-38F0AD44B270}"/>
              </a:ext>
            </a:extLst>
          </p:cNvPr>
          <p:cNvPicPr>
            <a:picLocks noChangeAspect="1"/>
          </p:cNvPicPr>
          <p:nvPr/>
        </p:nvPicPr>
        <p:blipFill>
          <a:blip r:embed="rId4"/>
          <a:stretch>
            <a:fillRect/>
          </a:stretch>
        </p:blipFill>
        <p:spPr>
          <a:xfrm>
            <a:off x="2604648" y="1679967"/>
            <a:ext cx="1131270" cy="632461"/>
          </a:xfrm>
          <a:prstGeom prst="rect">
            <a:avLst/>
          </a:prstGeom>
        </p:spPr>
      </p:pic>
      <p:pic>
        <p:nvPicPr>
          <p:cNvPr id="19" name="Image 18" descr="Une image contenant symbole, Emblème, logo, bouclier&#10;&#10;Description générée automatiquement">
            <a:extLst>
              <a:ext uri="{FF2B5EF4-FFF2-40B4-BE49-F238E27FC236}">
                <a16:creationId xmlns:a16="http://schemas.microsoft.com/office/drawing/2014/main" id="{2F3B450E-6FAE-2E97-31F2-714021A64178}"/>
              </a:ext>
            </a:extLst>
          </p:cNvPr>
          <p:cNvPicPr>
            <a:picLocks noChangeAspect="1"/>
          </p:cNvPicPr>
          <p:nvPr/>
        </p:nvPicPr>
        <p:blipFill>
          <a:blip r:embed="rId5"/>
          <a:stretch>
            <a:fillRect/>
          </a:stretch>
        </p:blipFill>
        <p:spPr>
          <a:xfrm>
            <a:off x="2697906" y="3238320"/>
            <a:ext cx="1301527" cy="730393"/>
          </a:xfrm>
          <a:prstGeom prst="rect">
            <a:avLst/>
          </a:prstGeom>
        </p:spPr>
      </p:pic>
      <p:pic>
        <p:nvPicPr>
          <p:cNvPr id="21" name="Image 20" descr="Une image contenant Graphique, texte, graphisme, Police&#10;&#10;Description générée automatiquement">
            <a:extLst>
              <a:ext uri="{FF2B5EF4-FFF2-40B4-BE49-F238E27FC236}">
                <a16:creationId xmlns:a16="http://schemas.microsoft.com/office/drawing/2014/main" id="{EA59090A-C73A-15DF-5D2D-A7602076F296}"/>
              </a:ext>
            </a:extLst>
          </p:cNvPr>
          <p:cNvPicPr>
            <a:picLocks noChangeAspect="1"/>
          </p:cNvPicPr>
          <p:nvPr/>
        </p:nvPicPr>
        <p:blipFill>
          <a:blip r:embed="rId6"/>
          <a:stretch>
            <a:fillRect/>
          </a:stretch>
        </p:blipFill>
        <p:spPr>
          <a:xfrm>
            <a:off x="2883400" y="5057096"/>
            <a:ext cx="744022" cy="744022"/>
          </a:xfrm>
          <a:prstGeom prst="rect">
            <a:avLst/>
          </a:prstGeom>
        </p:spPr>
      </p:pic>
      <p:pic>
        <p:nvPicPr>
          <p:cNvPr id="5" name="Image 4" descr="Une image contenant Graphique, Police, texte, symbole&#10;&#10;Le contenu généré par l’IA peut être incorrect.">
            <a:extLst>
              <a:ext uri="{FF2B5EF4-FFF2-40B4-BE49-F238E27FC236}">
                <a16:creationId xmlns:a16="http://schemas.microsoft.com/office/drawing/2014/main" id="{CF90D4E3-37EC-9699-8F29-5583551B8B16}"/>
              </a:ext>
            </a:extLst>
          </p:cNvPr>
          <p:cNvPicPr>
            <a:picLocks noChangeAspect="1"/>
          </p:cNvPicPr>
          <p:nvPr/>
        </p:nvPicPr>
        <p:blipFill>
          <a:blip r:embed="rId7"/>
          <a:stretch>
            <a:fillRect/>
          </a:stretch>
        </p:blipFill>
        <p:spPr>
          <a:xfrm>
            <a:off x="2333767" y="4134061"/>
            <a:ext cx="2129051" cy="826760"/>
          </a:xfrm>
          <a:prstGeom prst="rect">
            <a:avLst/>
          </a:prstGeom>
        </p:spPr>
      </p:pic>
    </p:spTree>
    <p:extLst>
      <p:ext uri="{BB962C8B-B14F-4D97-AF65-F5344CB8AC3E}">
        <p14:creationId xmlns:p14="http://schemas.microsoft.com/office/powerpoint/2010/main" val="24685957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C82CE1B8-1C92-D6D2-444B-652DB90E86D1}"/>
              </a:ext>
            </a:extLst>
          </p:cNvPr>
          <p:cNvSpPr>
            <a:spLocks noGrp="1"/>
          </p:cNvSpPr>
          <p:nvPr>
            <p:ph type="sldNum" sz="quarter" idx="10"/>
          </p:nvPr>
        </p:nvSpPr>
        <p:spPr>
          <a:xfrm>
            <a:off x="10358437" y="457199"/>
            <a:ext cx="1067589" cy="471489"/>
          </a:xfrm>
        </p:spPr>
        <p:txBody>
          <a:bodyPr rtlCol="0"/>
          <a:lstStyle>
            <a:defPPr>
              <a:defRPr lang="fr-FR"/>
            </a:defPPr>
          </a:lstStyle>
          <a:p>
            <a:pPr rtl="0"/>
            <a:fld id="{48F63A3B-78C7-47BE-AE5E-E10140E04643}" type="slidenum">
              <a:rPr lang="fr-FR" smtClean="0"/>
              <a:pPr rtl="0"/>
              <a:t>8</a:t>
            </a:fld>
            <a:endParaRPr lang="fr-FR" dirty="0"/>
          </a:p>
        </p:txBody>
      </p:sp>
      <p:sp>
        <p:nvSpPr>
          <p:cNvPr id="2" name="ZoneTexte 1">
            <a:extLst>
              <a:ext uri="{FF2B5EF4-FFF2-40B4-BE49-F238E27FC236}">
                <a16:creationId xmlns:a16="http://schemas.microsoft.com/office/drawing/2014/main" id="{8F295C20-D746-2D63-E1AC-F3156ECAB98F}"/>
              </a:ext>
            </a:extLst>
          </p:cNvPr>
          <p:cNvSpPr txBox="1"/>
          <p:nvPr/>
        </p:nvSpPr>
        <p:spPr>
          <a:xfrm>
            <a:off x="674913" y="457199"/>
            <a:ext cx="5421087" cy="369332"/>
          </a:xfrm>
          <a:prstGeom prst="rect">
            <a:avLst/>
          </a:prstGeom>
          <a:noFill/>
        </p:spPr>
        <p:txBody>
          <a:bodyPr wrap="square" rtlCol="0">
            <a:spAutoFit/>
          </a:bodyPr>
          <a:lstStyle/>
          <a:p>
            <a:r>
              <a:rPr lang="fr-CM" dirty="0"/>
              <a:t>b. Ressources matérielles</a:t>
            </a:r>
          </a:p>
        </p:txBody>
      </p:sp>
      <p:graphicFrame>
        <p:nvGraphicFramePr>
          <p:cNvPr id="9" name="Tableau 8">
            <a:extLst>
              <a:ext uri="{FF2B5EF4-FFF2-40B4-BE49-F238E27FC236}">
                <a16:creationId xmlns:a16="http://schemas.microsoft.com/office/drawing/2014/main" id="{F815FFD7-E41B-6D9E-4F83-9D4CA14ECC2B}"/>
              </a:ext>
            </a:extLst>
          </p:cNvPr>
          <p:cNvGraphicFramePr>
            <a:graphicFrameLocks noGrp="1"/>
          </p:cNvGraphicFramePr>
          <p:nvPr>
            <p:extLst>
              <p:ext uri="{D42A27DB-BD31-4B8C-83A1-F6EECF244321}">
                <p14:modId xmlns:p14="http://schemas.microsoft.com/office/powerpoint/2010/main" val="3499831928"/>
              </p:ext>
            </p:extLst>
          </p:nvPr>
        </p:nvGraphicFramePr>
        <p:xfrm>
          <a:off x="773231" y="928689"/>
          <a:ext cx="9751700" cy="4827618"/>
        </p:xfrm>
        <a:graphic>
          <a:graphicData uri="http://schemas.openxmlformats.org/drawingml/2006/table">
            <a:tbl>
              <a:tblPr firstRow="1" bandRow="1">
                <a:tableStyleId>{5DA37D80-6434-44D0-A028-1B22A696006F}</a:tableStyleId>
              </a:tblPr>
              <a:tblGrid>
                <a:gridCol w="738340">
                  <a:extLst>
                    <a:ext uri="{9D8B030D-6E8A-4147-A177-3AD203B41FA5}">
                      <a16:colId xmlns:a16="http://schemas.microsoft.com/office/drawing/2014/main" val="1924447780"/>
                    </a:ext>
                  </a:extLst>
                </a:gridCol>
                <a:gridCol w="2253340">
                  <a:extLst>
                    <a:ext uri="{9D8B030D-6E8A-4147-A177-3AD203B41FA5}">
                      <a16:colId xmlns:a16="http://schemas.microsoft.com/office/drawing/2014/main" val="3929558563"/>
                    </a:ext>
                  </a:extLst>
                </a:gridCol>
                <a:gridCol w="2253340">
                  <a:extLst>
                    <a:ext uri="{9D8B030D-6E8A-4147-A177-3AD203B41FA5}">
                      <a16:colId xmlns:a16="http://schemas.microsoft.com/office/drawing/2014/main" val="2770459342"/>
                    </a:ext>
                  </a:extLst>
                </a:gridCol>
                <a:gridCol w="2265940">
                  <a:extLst>
                    <a:ext uri="{9D8B030D-6E8A-4147-A177-3AD203B41FA5}">
                      <a16:colId xmlns:a16="http://schemas.microsoft.com/office/drawing/2014/main" val="422566491"/>
                    </a:ext>
                  </a:extLst>
                </a:gridCol>
                <a:gridCol w="2240740">
                  <a:extLst>
                    <a:ext uri="{9D8B030D-6E8A-4147-A177-3AD203B41FA5}">
                      <a16:colId xmlns:a16="http://schemas.microsoft.com/office/drawing/2014/main" val="1214560997"/>
                    </a:ext>
                  </a:extLst>
                </a:gridCol>
              </a:tblGrid>
              <a:tr h="1030086">
                <a:tc>
                  <a:txBody>
                    <a:bodyPr/>
                    <a:lstStyle/>
                    <a:p>
                      <a:r>
                        <a:rPr lang="en-US" dirty="0"/>
                        <a:t>N</a:t>
                      </a:r>
                      <a:endParaRPr lang="fr-CM" dirty="0"/>
                    </a:p>
                  </a:txBody>
                  <a:tcPr/>
                </a:tc>
                <a:tc>
                  <a:txBody>
                    <a:bodyPr/>
                    <a:lstStyle/>
                    <a:p>
                      <a:r>
                        <a:rPr lang="en-US" dirty="0"/>
                        <a:t>MATERIEL</a:t>
                      </a:r>
                      <a:endParaRPr lang="fr-CM" dirty="0"/>
                    </a:p>
                  </a:txBody>
                  <a:tcPr/>
                </a:tc>
                <a:tc>
                  <a:txBody>
                    <a:bodyPr/>
                    <a:lstStyle/>
                    <a:p>
                      <a:r>
                        <a:rPr lang="en-US" dirty="0"/>
                        <a:t>DESCRIPTION</a:t>
                      </a:r>
                      <a:endParaRPr lang="fr-CM" dirty="0"/>
                    </a:p>
                  </a:txBody>
                  <a:tcPr/>
                </a:tc>
                <a:tc>
                  <a:txBody>
                    <a:bodyPr/>
                    <a:lstStyle/>
                    <a:p>
                      <a:r>
                        <a:rPr lang="en-US" dirty="0" err="1"/>
                        <a:t>Qte</a:t>
                      </a:r>
                      <a:endParaRPr lang="fr-CM" dirty="0"/>
                    </a:p>
                  </a:txBody>
                  <a:tcPr/>
                </a:tc>
                <a:tc>
                  <a:txBody>
                    <a:bodyPr/>
                    <a:lstStyle/>
                    <a:p>
                      <a:r>
                        <a:rPr lang="en-US" dirty="0"/>
                        <a:t>Cout </a:t>
                      </a:r>
                      <a:r>
                        <a:rPr lang="en-US" dirty="0" err="1"/>
                        <a:t>unitaire</a:t>
                      </a:r>
                      <a:r>
                        <a:rPr lang="en-US" dirty="0"/>
                        <a:t>(</a:t>
                      </a:r>
                      <a:r>
                        <a:rPr lang="en-US" dirty="0" err="1"/>
                        <a:t>fcfa</a:t>
                      </a:r>
                      <a:r>
                        <a:rPr lang="en-US" dirty="0"/>
                        <a:t>)</a:t>
                      </a:r>
                      <a:endParaRPr lang="fr-CM" dirty="0"/>
                    </a:p>
                  </a:txBody>
                  <a:tcPr/>
                </a:tc>
                <a:extLst>
                  <a:ext uri="{0D108BD9-81ED-4DB2-BD59-A6C34878D82A}">
                    <a16:rowId xmlns:a16="http://schemas.microsoft.com/office/drawing/2014/main" val="1351289517"/>
                  </a:ext>
                </a:extLst>
              </a:tr>
              <a:tr h="1030086">
                <a:tc>
                  <a:txBody>
                    <a:bodyPr/>
                    <a:lstStyle/>
                    <a:p>
                      <a:r>
                        <a:rPr lang="en-US" dirty="0"/>
                        <a:t>1</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dirty="0"/>
                        <a:t>Ordinateur de développement (RAM 32 Go, DD SSD 1To, CPU Intel </a:t>
                      </a:r>
                      <a:r>
                        <a:rPr lang="fr-CM" dirty="0" err="1"/>
                        <a:t>Core</a:t>
                      </a:r>
                      <a:r>
                        <a:rPr lang="fr-CM" dirty="0"/>
                        <a:t> i5, </a:t>
                      </a:r>
                      <a:r>
                        <a:rPr lang="fr-CM" dirty="0" err="1"/>
                        <a:t>etc</a:t>
                      </a:r>
                      <a:r>
                        <a:rPr lang="fr-CM" dirty="0"/>
                        <a:t>)</a:t>
                      </a:r>
                    </a:p>
                    <a:p>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dirty="0"/>
                        <a:t>Machine principale pour installer </a:t>
                      </a:r>
                      <a:r>
                        <a:rPr lang="fr-CM" dirty="0" err="1"/>
                        <a:t>APPArmor</a:t>
                      </a:r>
                      <a:r>
                        <a:rPr lang="fr-CM" dirty="0"/>
                        <a:t> et développer l’outil</a:t>
                      </a:r>
                    </a:p>
                    <a:p>
                      <a:endParaRPr lang="fr-CM" dirty="0"/>
                    </a:p>
                  </a:txBody>
                  <a:tcPr/>
                </a:tc>
                <a:tc>
                  <a:txBody>
                    <a:bodyPr/>
                    <a:lstStyle/>
                    <a:p>
                      <a:r>
                        <a:rPr lang="en-US" dirty="0"/>
                        <a:t>1</a:t>
                      </a:r>
                      <a:endParaRPr lang="fr-CM" dirty="0"/>
                    </a:p>
                  </a:txBody>
                  <a:tcPr/>
                </a:tc>
                <a:tc>
                  <a:txBody>
                    <a:bodyPr/>
                    <a:lstStyle/>
                    <a:p>
                      <a:r>
                        <a:rPr lang="en-US" dirty="0"/>
                        <a:t>850.000 </a:t>
                      </a:r>
                      <a:endParaRPr lang="fr-CM" dirty="0"/>
                    </a:p>
                  </a:txBody>
                  <a:tcPr/>
                </a:tc>
                <a:extLst>
                  <a:ext uri="{0D108BD9-81ED-4DB2-BD59-A6C34878D82A}">
                    <a16:rowId xmlns:a16="http://schemas.microsoft.com/office/drawing/2014/main" val="554577633"/>
                  </a:ext>
                </a:extLst>
              </a:tr>
              <a:tr h="1030086">
                <a:tc>
                  <a:txBody>
                    <a:bodyPr/>
                    <a:lstStyle/>
                    <a:p>
                      <a:r>
                        <a:rPr lang="en-US" dirty="0"/>
                        <a:t>2</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dirty="0"/>
                        <a:t>Box internet </a:t>
                      </a:r>
                    </a:p>
                    <a:p>
                      <a:endParaRPr lang="fr-CM" dirty="0"/>
                    </a:p>
                  </a:txBody>
                  <a:tcPr/>
                </a:tc>
                <a:tc>
                  <a:txBody>
                    <a:bodyPr/>
                    <a:lstStyle/>
                    <a:p>
                      <a:r>
                        <a:rPr lang="fr-CM" dirty="0"/>
                        <a:t>fournir un accès internet (TP -Link DIR-615)</a:t>
                      </a:r>
                    </a:p>
                  </a:txBody>
                  <a:tcPr/>
                </a:tc>
                <a:tc>
                  <a:txBody>
                    <a:bodyPr/>
                    <a:lstStyle/>
                    <a:p>
                      <a:r>
                        <a:rPr lang="en-US" dirty="0"/>
                        <a:t>1</a:t>
                      </a:r>
                      <a:endParaRPr lang="fr-CM" dirty="0"/>
                    </a:p>
                  </a:txBody>
                  <a:tcPr/>
                </a:tc>
                <a:tc>
                  <a:txBody>
                    <a:bodyPr/>
                    <a:lstStyle/>
                    <a:p>
                      <a:r>
                        <a:rPr lang="en-US" dirty="0"/>
                        <a:t>40.000</a:t>
                      </a:r>
                      <a:endParaRPr lang="fr-CM" dirty="0"/>
                    </a:p>
                  </a:txBody>
                  <a:tcPr/>
                </a:tc>
                <a:extLst>
                  <a:ext uri="{0D108BD9-81ED-4DB2-BD59-A6C34878D82A}">
                    <a16:rowId xmlns:a16="http://schemas.microsoft.com/office/drawing/2014/main" val="607091175"/>
                  </a:ext>
                </a:extLst>
              </a:tr>
              <a:tr h="1030086">
                <a:tc gridSpan="3">
                  <a:txBody>
                    <a:bodyPr/>
                    <a:lstStyle/>
                    <a:p>
                      <a:r>
                        <a:rPr lang="en-US" dirty="0"/>
                        <a:t>TOTAL</a:t>
                      </a:r>
                      <a:endParaRPr lang="fr-CM" dirty="0"/>
                    </a:p>
                  </a:txBody>
                  <a:tcPr/>
                </a:tc>
                <a:tc hMerge="1">
                  <a:txBody>
                    <a:bodyPr/>
                    <a:lstStyle/>
                    <a:p>
                      <a:endParaRPr lang="fr-CM" dirty="0"/>
                    </a:p>
                  </a:txBody>
                  <a:tcPr/>
                </a:tc>
                <a:tc hMerge="1">
                  <a:txBody>
                    <a:bodyPr/>
                    <a:lstStyle/>
                    <a:p>
                      <a:endParaRPr lang="fr-CM" dirty="0"/>
                    </a:p>
                  </a:txBody>
                  <a:tcPr/>
                </a:tc>
                <a:tc>
                  <a:txBody>
                    <a:bodyPr/>
                    <a:lstStyle/>
                    <a:p>
                      <a:r>
                        <a:rPr lang="en-US" dirty="0"/>
                        <a:t>2</a:t>
                      </a:r>
                      <a:endParaRPr lang="fr-CM" dirty="0"/>
                    </a:p>
                  </a:txBody>
                  <a:tcPr/>
                </a:tc>
                <a:tc>
                  <a:txBody>
                    <a:bodyPr/>
                    <a:lstStyle/>
                    <a:p>
                      <a:r>
                        <a:rPr lang="en-US" dirty="0"/>
                        <a:t>890.000</a:t>
                      </a:r>
                      <a:endParaRPr lang="fr-CM" dirty="0"/>
                    </a:p>
                  </a:txBody>
                  <a:tcPr/>
                </a:tc>
                <a:extLst>
                  <a:ext uri="{0D108BD9-81ED-4DB2-BD59-A6C34878D82A}">
                    <a16:rowId xmlns:a16="http://schemas.microsoft.com/office/drawing/2014/main" val="1009384353"/>
                  </a:ext>
                </a:extLst>
              </a:tr>
            </a:tbl>
          </a:graphicData>
        </a:graphic>
      </p:graphicFrame>
    </p:spTree>
    <p:extLst>
      <p:ext uri="{BB962C8B-B14F-4D97-AF65-F5344CB8AC3E}">
        <p14:creationId xmlns:p14="http://schemas.microsoft.com/office/powerpoint/2010/main" val="19416196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u numéro de diapositive 5">
            <a:extLst>
              <a:ext uri="{FF2B5EF4-FFF2-40B4-BE49-F238E27FC236}">
                <a16:creationId xmlns:a16="http://schemas.microsoft.com/office/drawing/2014/main" id="{B81632F8-94CF-8F6E-958B-2E21B75CC46E}"/>
              </a:ext>
            </a:extLst>
          </p:cNvPr>
          <p:cNvSpPr>
            <a:spLocks noGrp="1"/>
          </p:cNvSpPr>
          <p:nvPr>
            <p:ph type="sldNum" sz="quarter" idx="10"/>
          </p:nvPr>
        </p:nvSpPr>
        <p:spPr/>
        <p:txBody>
          <a:bodyPr/>
          <a:lstStyle/>
          <a:p>
            <a:pPr rtl="0"/>
            <a:fld id="{48F63A3B-78C7-47BE-AE5E-E10140E04643}" type="slidenum">
              <a:rPr lang="fr-FR" smtClean="0"/>
              <a:pPr rtl="0"/>
              <a:t>9</a:t>
            </a:fld>
            <a:endParaRPr lang="fr-FR" dirty="0"/>
          </a:p>
        </p:txBody>
      </p:sp>
      <p:sp>
        <p:nvSpPr>
          <p:cNvPr id="15" name="ZoneTexte 14">
            <a:extLst>
              <a:ext uri="{FF2B5EF4-FFF2-40B4-BE49-F238E27FC236}">
                <a16:creationId xmlns:a16="http://schemas.microsoft.com/office/drawing/2014/main" id="{9BECD2AF-9B31-D71D-ACC8-5FC14FCB2E33}"/>
              </a:ext>
            </a:extLst>
          </p:cNvPr>
          <p:cNvSpPr txBox="1"/>
          <p:nvPr/>
        </p:nvSpPr>
        <p:spPr>
          <a:xfrm>
            <a:off x="765974" y="345898"/>
            <a:ext cx="6298164" cy="369332"/>
          </a:xfrm>
          <a:prstGeom prst="rect">
            <a:avLst/>
          </a:prstGeom>
          <a:noFill/>
        </p:spPr>
        <p:txBody>
          <a:bodyPr wrap="square" rtlCol="0">
            <a:spAutoFit/>
          </a:bodyPr>
          <a:lstStyle/>
          <a:p>
            <a:r>
              <a:rPr lang="fr-CM" dirty="0"/>
              <a:t>c. Ressources humaines</a:t>
            </a:r>
          </a:p>
        </p:txBody>
      </p:sp>
      <p:graphicFrame>
        <p:nvGraphicFramePr>
          <p:cNvPr id="16" name="Tableau 15">
            <a:extLst>
              <a:ext uri="{FF2B5EF4-FFF2-40B4-BE49-F238E27FC236}">
                <a16:creationId xmlns:a16="http://schemas.microsoft.com/office/drawing/2014/main" id="{8CEDFE6E-1C85-87FE-CD24-AACC52DBE276}"/>
              </a:ext>
            </a:extLst>
          </p:cNvPr>
          <p:cNvGraphicFramePr>
            <a:graphicFrameLocks noGrp="1"/>
          </p:cNvGraphicFramePr>
          <p:nvPr>
            <p:extLst>
              <p:ext uri="{D42A27DB-BD31-4B8C-83A1-F6EECF244321}">
                <p14:modId xmlns:p14="http://schemas.microsoft.com/office/powerpoint/2010/main" val="660258827"/>
              </p:ext>
            </p:extLst>
          </p:nvPr>
        </p:nvGraphicFramePr>
        <p:xfrm>
          <a:off x="477673" y="715230"/>
          <a:ext cx="11245756" cy="5763964"/>
        </p:xfrm>
        <a:graphic>
          <a:graphicData uri="http://schemas.openxmlformats.org/drawingml/2006/table">
            <a:tbl>
              <a:tblPr firstRow="1" bandRow="1">
                <a:tableStyleId>{8A107856-5554-42FB-B03E-39F5DBC370BA}</a:tableStyleId>
              </a:tblPr>
              <a:tblGrid>
                <a:gridCol w="807576">
                  <a:extLst>
                    <a:ext uri="{9D8B030D-6E8A-4147-A177-3AD203B41FA5}">
                      <a16:colId xmlns:a16="http://schemas.microsoft.com/office/drawing/2014/main" val="214891099"/>
                    </a:ext>
                  </a:extLst>
                </a:gridCol>
                <a:gridCol w="3156756">
                  <a:extLst>
                    <a:ext uri="{9D8B030D-6E8A-4147-A177-3AD203B41FA5}">
                      <a16:colId xmlns:a16="http://schemas.microsoft.com/office/drawing/2014/main" val="2337459896"/>
                    </a:ext>
                  </a:extLst>
                </a:gridCol>
                <a:gridCol w="1820356">
                  <a:extLst>
                    <a:ext uri="{9D8B030D-6E8A-4147-A177-3AD203B41FA5}">
                      <a16:colId xmlns:a16="http://schemas.microsoft.com/office/drawing/2014/main" val="3687892439"/>
                    </a:ext>
                  </a:extLst>
                </a:gridCol>
                <a:gridCol w="1820356">
                  <a:extLst>
                    <a:ext uri="{9D8B030D-6E8A-4147-A177-3AD203B41FA5}">
                      <a16:colId xmlns:a16="http://schemas.microsoft.com/office/drawing/2014/main" val="326034985"/>
                    </a:ext>
                  </a:extLst>
                </a:gridCol>
                <a:gridCol w="1820356">
                  <a:extLst>
                    <a:ext uri="{9D8B030D-6E8A-4147-A177-3AD203B41FA5}">
                      <a16:colId xmlns:a16="http://schemas.microsoft.com/office/drawing/2014/main" val="479696330"/>
                    </a:ext>
                  </a:extLst>
                </a:gridCol>
                <a:gridCol w="1820356">
                  <a:extLst>
                    <a:ext uri="{9D8B030D-6E8A-4147-A177-3AD203B41FA5}">
                      <a16:colId xmlns:a16="http://schemas.microsoft.com/office/drawing/2014/main" val="2714676754"/>
                    </a:ext>
                  </a:extLst>
                </a:gridCol>
              </a:tblGrid>
              <a:tr h="601760">
                <a:tc>
                  <a:txBody>
                    <a:bodyPr/>
                    <a:lstStyle/>
                    <a:p>
                      <a:r>
                        <a:rPr lang="en-US" dirty="0"/>
                        <a:t>N</a:t>
                      </a:r>
                      <a:endParaRPr lang="fr-CM" dirty="0"/>
                    </a:p>
                  </a:txBody>
                  <a:tcPr/>
                </a:tc>
                <a:tc>
                  <a:txBody>
                    <a:bodyPr/>
                    <a:lstStyle/>
                    <a:p>
                      <a:r>
                        <a:rPr lang="fr-CM" dirty="0"/>
                        <a:t>Temps</a:t>
                      </a:r>
                    </a:p>
                  </a:txBody>
                  <a:tcPr/>
                </a:tc>
                <a:tc>
                  <a:txBody>
                    <a:bodyPr/>
                    <a:lstStyle/>
                    <a:p>
                      <a:r>
                        <a:rPr lang="fr-CM" dirty="0"/>
                        <a:t>Prix</a:t>
                      </a:r>
                    </a:p>
                  </a:txBody>
                  <a:tcPr/>
                </a:tc>
                <a:tc>
                  <a:txBody>
                    <a:bodyPr/>
                    <a:lstStyle/>
                    <a:p>
                      <a:r>
                        <a:rPr lang="en-US" dirty="0"/>
                        <a:t>Duree (</a:t>
                      </a:r>
                      <a:r>
                        <a:rPr lang="en-US" dirty="0" err="1"/>
                        <a:t>jours</a:t>
                      </a:r>
                      <a:r>
                        <a:rPr lang="en-US" dirty="0"/>
                        <a:t>)</a:t>
                      </a:r>
                      <a:endParaRPr lang="fr-CM" dirty="0"/>
                    </a:p>
                  </a:txBody>
                  <a:tcPr/>
                </a:tc>
                <a:tc>
                  <a:txBody>
                    <a:bodyPr/>
                    <a:lstStyle/>
                    <a:p>
                      <a:r>
                        <a:rPr lang="en-US" dirty="0"/>
                        <a:t>Cout </a:t>
                      </a:r>
                      <a:r>
                        <a:rPr lang="en-US" dirty="0" err="1"/>
                        <a:t>unitaire</a:t>
                      </a:r>
                      <a:r>
                        <a:rPr lang="en-US" dirty="0"/>
                        <a:t> </a:t>
                      </a:r>
                      <a:r>
                        <a:rPr lang="en-US" dirty="0" err="1"/>
                        <a:t>fcfa</a:t>
                      </a:r>
                      <a:endParaRPr lang="fr-CM" dirty="0"/>
                    </a:p>
                  </a:txBody>
                  <a:tcPr/>
                </a:tc>
                <a:tc>
                  <a:txBody>
                    <a:bodyPr/>
                    <a:lstStyle/>
                    <a:p>
                      <a:r>
                        <a:rPr lang="en-US" dirty="0"/>
                        <a:t>Cout Total </a:t>
                      </a:r>
                      <a:r>
                        <a:rPr lang="en-US" dirty="0" err="1"/>
                        <a:t>fcfa</a:t>
                      </a:r>
                      <a:endParaRPr lang="fr-CM" dirty="0"/>
                    </a:p>
                  </a:txBody>
                  <a:tcPr/>
                </a:tc>
                <a:extLst>
                  <a:ext uri="{0D108BD9-81ED-4DB2-BD59-A6C34878D82A}">
                    <a16:rowId xmlns:a16="http://schemas.microsoft.com/office/drawing/2014/main" val="3163061951"/>
                  </a:ext>
                </a:extLst>
              </a:tr>
              <a:tr h="2144684">
                <a:tc>
                  <a:txBody>
                    <a:bodyPr/>
                    <a:lstStyle/>
                    <a:p>
                      <a:r>
                        <a:rPr lang="en-US" dirty="0"/>
                        <a:t>1</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Analyste</a:t>
                      </a:r>
                    </a:p>
                    <a:p>
                      <a:r>
                        <a:rPr lang="fr-CM" dirty="0"/>
                        <a:t>(Mme NSOE)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Analysé les besoins, définir les spécifications fonctionnelles et techniques   </a:t>
                      </a:r>
                    </a:p>
                    <a:p>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10</a:t>
                      </a:r>
                    </a:p>
                    <a:p>
                      <a:endParaRPr lang="fr-CM" dirty="0"/>
                    </a:p>
                  </a:txBody>
                  <a:tcPr/>
                </a:tc>
                <a:tc>
                  <a:txBody>
                    <a:bodyPr/>
                    <a:lstStyle/>
                    <a:p>
                      <a:r>
                        <a:rPr lang="en-US" dirty="0"/>
                        <a:t>25 000</a:t>
                      </a:r>
                      <a:endParaRPr lang="fr-CM" dirty="0"/>
                    </a:p>
                  </a:txBody>
                  <a:tcPr/>
                </a:tc>
                <a:tc>
                  <a:txBody>
                    <a:bodyPr/>
                    <a:lstStyle/>
                    <a:p>
                      <a:r>
                        <a:rPr lang="en-US" dirty="0"/>
                        <a:t>250 000</a:t>
                      </a:r>
                      <a:endParaRPr lang="fr-CM" dirty="0"/>
                    </a:p>
                  </a:txBody>
                  <a:tcPr/>
                </a:tc>
                <a:extLst>
                  <a:ext uri="{0D108BD9-81ED-4DB2-BD59-A6C34878D82A}">
                    <a16:rowId xmlns:a16="http://schemas.microsoft.com/office/drawing/2014/main" val="3657622925"/>
                  </a:ext>
                </a:extLst>
              </a:tr>
              <a:tr h="790147">
                <a:tc>
                  <a:txBody>
                    <a:bodyPr/>
                    <a:lstStyle/>
                    <a:p>
                      <a:r>
                        <a:rPr lang="en-US" dirty="0"/>
                        <a:t>2</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Développeur</a:t>
                      </a:r>
                    </a:p>
                    <a:p>
                      <a:r>
                        <a:rPr lang="fr-CM" dirty="0"/>
                        <a:t>(M. SIMO)</a:t>
                      </a:r>
                    </a:p>
                  </a:txBody>
                  <a:tcPr/>
                </a:tc>
                <a:tc>
                  <a:txBody>
                    <a:bodyPr/>
                    <a:lstStyle/>
                    <a:p>
                      <a:r>
                        <a:rPr lang="fr-CM" sz="1800" dirty="0"/>
                        <a:t>concevoir et développer la solution </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20  </a:t>
                      </a:r>
                    </a:p>
                    <a:p>
                      <a:endParaRPr lang="fr-CM" dirty="0"/>
                    </a:p>
                  </a:txBody>
                  <a:tcPr/>
                </a:tc>
                <a:tc>
                  <a:txBody>
                    <a:bodyPr/>
                    <a:lstStyle/>
                    <a:p>
                      <a:r>
                        <a:rPr lang="en-US" dirty="0"/>
                        <a:t>25 000</a:t>
                      </a:r>
                      <a:endParaRPr lang="fr-CM" dirty="0"/>
                    </a:p>
                  </a:txBody>
                  <a:tcPr/>
                </a:tc>
                <a:tc>
                  <a:txBody>
                    <a:bodyPr/>
                    <a:lstStyle/>
                    <a:p>
                      <a:r>
                        <a:rPr lang="en-US" dirty="0"/>
                        <a:t>500 000</a:t>
                      </a:r>
                      <a:endParaRPr lang="fr-CM" dirty="0"/>
                    </a:p>
                  </a:txBody>
                  <a:tcPr/>
                </a:tc>
                <a:extLst>
                  <a:ext uri="{0D108BD9-81ED-4DB2-BD59-A6C34878D82A}">
                    <a16:rowId xmlns:a16="http://schemas.microsoft.com/office/drawing/2014/main" val="3621593599"/>
                  </a:ext>
                </a:extLst>
              </a:tr>
              <a:tr h="790147">
                <a:tc>
                  <a:txBody>
                    <a:bodyPr/>
                    <a:lstStyle/>
                    <a:p>
                      <a:r>
                        <a:rPr lang="en-US" dirty="0"/>
                        <a:t>3</a:t>
                      </a:r>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Administrateur système  </a:t>
                      </a:r>
                    </a:p>
                    <a:p>
                      <a:r>
                        <a:rPr lang="fr-CM" dirty="0"/>
                        <a:t>(Mme NANA)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gérer et maintenir le service disponible </a:t>
                      </a:r>
                    </a:p>
                    <a:p>
                      <a:endParaRPr lang="fr-CM"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CM" sz="1800" dirty="0"/>
                        <a:t>5</a:t>
                      </a:r>
                    </a:p>
                    <a:p>
                      <a:endParaRPr lang="fr-CM" dirty="0"/>
                    </a:p>
                  </a:txBody>
                  <a:tcPr/>
                </a:tc>
                <a:tc>
                  <a:txBody>
                    <a:bodyPr/>
                    <a:lstStyle/>
                    <a:p>
                      <a:r>
                        <a:rPr lang="en-US" dirty="0"/>
                        <a:t>35 000</a:t>
                      </a:r>
                      <a:endParaRPr lang="fr-CM" dirty="0"/>
                    </a:p>
                  </a:txBody>
                  <a:tcPr/>
                </a:tc>
                <a:tc>
                  <a:txBody>
                    <a:bodyPr/>
                    <a:lstStyle/>
                    <a:p>
                      <a:r>
                        <a:rPr lang="en-US" dirty="0"/>
                        <a:t>175 000</a:t>
                      </a:r>
                      <a:endParaRPr lang="fr-CM" dirty="0"/>
                    </a:p>
                  </a:txBody>
                  <a:tcPr/>
                </a:tc>
                <a:extLst>
                  <a:ext uri="{0D108BD9-81ED-4DB2-BD59-A6C34878D82A}">
                    <a16:rowId xmlns:a16="http://schemas.microsoft.com/office/drawing/2014/main" val="2547619957"/>
                  </a:ext>
                </a:extLst>
              </a:tr>
              <a:tr h="601760">
                <a:tc gridSpan="3">
                  <a:txBody>
                    <a:bodyPr/>
                    <a:lstStyle/>
                    <a:p>
                      <a:r>
                        <a:rPr lang="en-US" dirty="0"/>
                        <a:t>TOTAL </a:t>
                      </a:r>
                      <a:endParaRPr lang="fr-CM" dirty="0"/>
                    </a:p>
                  </a:txBody>
                  <a:tcPr/>
                </a:tc>
                <a:tc hMerge="1">
                  <a:txBody>
                    <a:bodyPr/>
                    <a:lstStyle/>
                    <a:p>
                      <a:endParaRPr lang="fr-CM" dirty="0"/>
                    </a:p>
                  </a:txBody>
                  <a:tcPr/>
                </a:tc>
                <a:tc hMerge="1">
                  <a:txBody>
                    <a:bodyPr/>
                    <a:lstStyle/>
                    <a:p>
                      <a:endParaRPr lang="fr-CM" dirty="0"/>
                    </a:p>
                  </a:txBody>
                  <a:tcPr/>
                </a:tc>
                <a:tc>
                  <a:txBody>
                    <a:bodyPr/>
                    <a:lstStyle/>
                    <a:p>
                      <a:r>
                        <a:rPr lang="en-US" dirty="0"/>
                        <a:t>35</a:t>
                      </a:r>
                      <a:endParaRPr lang="fr-CM" dirty="0"/>
                    </a:p>
                  </a:txBody>
                  <a:tcPr/>
                </a:tc>
                <a:tc>
                  <a:txBody>
                    <a:bodyPr/>
                    <a:lstStyle/>
                    <a:p>
                      <a:r>
                        <a:rPr lang="en-US" dirty="0"/>
                        <a:t>85 000</a:t>
                      </a:r>
                      <a:endParaRPr lang="fr-CM" dirty="0"/>
                    </a:p>
                  </a:txBody>
                  <a:tcPr/>
                </a:tc>
                <a:tc>
                  <a:txBody>
                    <a:bodyPr/>
                    <a:lstStyle/>
                    <a:p>
                      <a:r>
                        <a:rPr lang="en-US" dirty="0"/>
                        <a:t>925 000</a:t>
                      </a:r>
                      <a:endParaRPr lang="fr-CM" dirty="0"/>
                    </a:p>
                  </a:txBody>
                  <a:tcPr/>
                </a:tc>
                <a:extLst>
                  <a:ext uri="{0D108BD9-81ED-4DB2-BD59-A6C34878D82A}">
                    <a16:rowId xmlns:a16="http://schemas.microsoft.com/office/drawing/2014/main" val="1119535005"/>
                  </a:ext>
                </a:extLst>
              </a:tr>
            </a:tbl>
          </a:graphicData>
        </a:graphic>
      </p:graphicFrame>
    </p:spTree>
    <p:extLst>
      <p:ext uri="{BB962C8B-B14F-4D97-AF65-F5344CB8AC3E}">
        <p14:creationId xmlns:p14="http://schemas.microsoft.com/office/powerpoint/2010/main" val="32056553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u numéro de diapositive 5">
            <a:extLst>
              <a:ext uri="{FF2B5EF4-FFF2-40B4-BE49-F238E27FC236}">
                <a16:creationId xmlns:a16="http://schemas.microsoft.com/office/drawing/2014/main" id="{5CE83842-B5B8-604B-DEF4-73FF5C8599A4}"/>
              </a:ext>
            </a:extLst>
          </p:cNvPr>
          <p:cNvSpPr>
            <a:spLocks noGrp="1"/>
          </p:cNvSpPr>
          <p:nvPr>
            <p:ph type="sldNum" sz="quarter" idx="10"/>
          </p:nvPr>
        </p:nvSpPr>
        <p:spPr/>
        <p:txBody>
          <a:bodyPr/>
          <a:lstStyle/>
          <a:p>
            <a:pPr rtl="0"/>
            <a:fld id="{48F63A3B-78C7-47BE-AE5E-E10140E04643}" type="slidenum">
              <a:rPr lang="fr-FR" smtClean="0"/>
              <a:pPr rtl="0"/>
              <a:t>10</a:t>
            </a:fld>
            <a:endParaRPr lang="fr-FR" dirty="0"/>
          </a:p>
        </p:txBody>
      </p:sp>
      <p:graphicFrame>
        <p:nvGraphicFramePr>
          <p:cNvPr id="10" name="Tableau 9">
            <a:extLst>
              <a:ext uri="{FF2B5EF4-FFF2-40B4-BE49-F238E27FC236}">
                <a16:creationId xmlns:a16="http://schemas.microsoft.com/office/drawing/2014/main" id="{41BACBE3-8D0B-7581-C4A7-B42A4FFDAC22}"/>
              </a:ext>
            </a:extLst>
          </p:cNvPr>
          <p:cNvGraphicFramePr>
            <a:graphicFrameLocks noGrp="1"/>
          </p:cNvGraphicFramePr>
          <p:nvPr>
            <p:extLst>
              <p:ext uri="{D42A27DB-BD31-4B8C-83A1-F6EECF244321}">
                <p14:modId xmlns:p14="http://schemas.microsoft.com/office/powerpoint/2010/main" val="1972691060"/>
              </p:ext>
            </p:extLst>
          </p:nvPr>
        </p:nvGraphicFramePr>
        <p:xfrm>
          <a:off x="1253863" y="1596921"/>
          <a:ext cx="9104574" cy="4507425"/>
        </p:xfrm>
        <a:graphic>
          <a:graphicData uri="http://schemas.openxmlformats.org/drawingml/2006/table">
            <a:tbl>
              <a:tblPr firstRow="1" bandRow="1">
                <a:tableStyleId>{0E3FDE45-AF77-4B5C-9715-49D594BDF05E}</a:tableStyleId>
              </a:tblPr>
              <a:tblGrid>
                <a:gridCol w="3034858">
                  <a:extLst>
                    <a:ext uri="{9D8B030D-6E8A-4147-A177-3AD203B41FA5}">
                      <a16:colId xmlns:a16="http://schemas.microsoft.com/office/drawing/2014/main" val="2241754384"/>
                    </a:ext>
                  </a:extLst>
                </a:gridCol>
                <a:gridCol w="3034858">
                  <a:extLst>
                    <a:ext uri="{9D8B030D-6E8A-4147-A177-3AD203B41FA5}">
                      <a16:colId xmlns:a16="http://schemas.microsoft.com/office/drawing/2014/main" val="2100234076"/>
                    </a:ext>
                  </a:extLst>
                </a:gridCol>
                <a:gridCol w="3034858">
                  <a:extLst>
                    <a:ext uri="{9D8B030D-6E8A-4147-A177-3AD203B41FA5}">
                      <a16:colId xmlns:a16="http://schemas.microsoft.com/office/drawing/2014/main" val="2402332274"/>
                    </a:ext>
                  </a:extLst>
                </a:gridCol>
              </a:tblGrid>
              <a:tr h="901485">
                <a:tc>
                  <a:txBody>
                    <a:bodyPr/>
                    <a:lstStyle/>
                    <a:p>
                      <a:r>
                        <a:rPr lang="en-US" dirty="0"/>
                        <a:t>N</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err="1"/>
                        <a:t>Libelle</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Cout Total FCFA</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7954979"/>
                  </a:ext>
                </a:extLst>
              </a:tr>
              <a:tr h="901485">
                <a:tc>
                  <a:txBody>
                    <a:bodyPr/>
                    <a:lstStyle/>
                    <a:p>
                      <a:r>
                        <a:rPr lang="en-US" dirty="0"/>
                        <a:t>1</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RH</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925 000</a:t>
                      </a:r>
                      <a:endParaRPr lang="fr-CM" dirty="0"/>
                    </a:p>
                    <a:p>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05698794"/>
                  </a:ext>
                </a:extLst>
              </a:tr>
              <a:tr h="901485">
                <a:tc>
                  <a:txBody>
                    <a:bodyPr/>
                    <a:lstStyle/>
                    <a:p>
                      <a:r>
                        <a:rPr lang="en-US" dirty="0"/>
                        <a:t>2</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MATERIEL</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890.000</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0014585"/>
                  </a:ext>
                </a:extLst>
              </a:tr>
              <a:tr h="901485">
                <a:tc>
                  <a:txBody>
                    <a:bodyPr/>
                    <a:lstStyle/>
                    <a:p>
                      <a:r>
                        <a:rPr lang="en-US" dirty="0"/>
                        <a:t>3</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LOGICIEL</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0</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8392239"/>
                  </a:ext>
                </a:extLst>
              </a:tr>
              <a:tr h="901485">
                <a:tc gridSpan="2">
                  <a:txBody>
                    <a:bodyPr/>
                    <a:lstStyle/>
                    <a:p>
                      <a:r>
                        <a:rPr lang="en-US" dirty="0"/>
                        <a:t>TOTAL</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1 815 000</a:t>
                      </a:r>
                      <a:endParaRPr lang="fr-CM"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60678524"/>
                  </a:ext>
                </a:extLst>
              </a:tr>
            </a:tbl>
          </a:graphicData>
        </a:graphic>
      </p:graphicFrame>
      <p:sp>
        <p:nvSpPr>
          <p:cNvPr id="11" name="Titre 1">
            <a:extLst>
              <a:ext uri="{FF2B5EF4-FFF2-40B4-BE49-F238E27FC236}">
                <a16:creationId xmlns:a16="http://schemas.microsoft.com/office/drawing/2014/main" id="{46A8FECA-F84C-2E27-8696-44FA6C447E98}"/>
              </a:ext>
            </a:extLst>
          </p:cNvPr>
          <p:cNvSpPr>
            <a:spLocks noGrp="1"/>
          </p:cNvSpPr>
          <p:nvPr>
            <p:ph type="title"/>
          </p:nvPr>
        </p:nvSpPr>
        <p:spPr>
          <a:xfrm>
            <a:off x="1253863" y="470847"/>
            <a:ext cx="8846821" cy="632460"/>
          </a:xfrm>
        </p:spPr>
        <p:txBody>
          <a:bodyPr rtlCol="0"/>
          <a:lstStyle>
            <a:defPPr>
              <a:defRPr lang="fr-FR"/>
            </a:defPPr>
          </a:lstStyle>
          <a:p>
            <a:pPr rtl="0"/>
            <a:r>
              <a:rPr lang="fr-FR" sz="3200" dirty="0"/>
              <a:t>Budgétisation du projet</a:t>
            </a:r>
          </a:p>
        </p:txBody>
      </p:sp>
    </p:spTree>
    <p:extLst>
      <p:ext uri="{BB962C8B-B14F-4D97-AF65-F5344CB8AC3E}">
        <p14:creationId xmlns:p14="http://schemas.microsoft.com/office/powerpoint/2010/main" val="34406535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E7AAB21-A5C3-B765-0BF7-D48F312120BC}"/>
              </a:ext>
            </a:extLst>
          </p:cNvPr>
          <p:cNvSpPr>
            <a:spLocks noGrp="1"/>
          </p:cNvSpPr>
          <p:nvPr>
            <p:ph type="title"/>
          </p:nvPr>
        </p:nvSpPr>
        <p:spPr>
          <a:xfrm>
            <a:off x="1487606" y="457199"/>
            <a:ext cx="7631709" cy="569414"/>
          </a:xfrm>
        </p:spPr>
        <p:txBody>
          <a:bodyPr/>
          <a:lstStyle/>
          <a:p>
            <a:r>
              <a:rPr lang="en-US" dirty="0"/>
              <a:t>Operations </a:t>
            </a:r>
            <a:endParaRPr lang="fr-CM" dirty="0"/>
          </a:p>
        </p:txBody>
      </p:sp>
      <p:sp>
        <p:nvSpPr>
          <p:cNvPr id="6" name="Espace réservé du numéro de diapositive 5">
            <a:extLst>
              <a:ext uri="{FF2B5EF4-FFF2-40B4-BE49-F238E27FC236}">
                <a16:creationId xmlns:a16="http://schemas.microsoft.com/office/drawing/2014/main" id="{3E079B33-26E7-E6A5-9C2D-CC76D6845842}"/>
              </a:ext>
            </a:extLst>
          </p:cNvPr>
          <p:cNvSpPr>
            <a:spLocks noGrp="1"/>
          </p:cNvSpPr>
          <p:nvPr>
            <p:ph type="sldNum" sz="quarter" idx="10"/>
          </p:nvPr>
        </p:nvSpPr>
        <p:spPr/>
        <p:txBody>
          <a:bodyPr/>
          <a:lstStyle/>
          <a:p>
            <a:pPr rtl="0"/>
            <a:fld id="{48F63A3B-78C7-47BE-AE5E-E10140E04643}" type="slidenum">
              <a:rPr lang="fr-FR" smtClean="0"/>
              <a:pPr rtl="0"/>
              <a:t>11</a:t>
            </a:fld>
            <a:endParaRPr lang="fr-FR" dirty="0"/>
          </a:p>
        </p:txBody>
      </p:sp>
      <p:sp>
        <p:nvSpPr>
          <p:cNvPr id="3" name="ZoneTexte 2">
            <a:extLst>
              <a:ext uri="{FF2B5EF4-FFF2-40B4-BE49-F238E27FC236}">
                <a16:creationId xmlns:a16="http://schemas.microsoft.com/office/drawing/2014/main" id="{B2D01819-C28F-82D5-2FCC-0077E08680EC}"/>
              </a:ext>
            </a:extLst>
          </p:cNvPr>
          <p:cNvSpPr txBox="1"/>
          <p:nvPr/>
        </p:nvSpPr>
        <p:spPr>
          <a:xfrm>
            <a:off x="95534" y="1307364"/>
            <a:ext cx="6837529" cy="6186309"/>
          </a:xfrm>
          <a:prstGeom prst="rect">
            <a:avLst/>
          </a:prstGeom>
          <a:noFill/>
        </p:spPr>
        <p:txBody>
          <a:bodyPr wrap="square" rtlCol="0">
            <a:spAutoFit/>
          </a:bodyPr>
          <a:lstStyle/>
          <a:p>
            <a:r>
              <a:rPr lang="fr-FR" b="1" dirty="0"/>
              <a:t>1. Authentification et gestion des accès</a:t>
            </a:r>
          </a:p>
          <a:p>
            <a:r>
              <a:rPr lang="fr-FR" dirty="0"/>
              <a:t>Connexion sécurisée des administrateurs via </a:t>
            </a:r>
            <a:r>
              <a:rPr lang="fr-FR" dirty="0" err="1"/>
              <a:t>identifiant,mot</a:t>
            </a:r>
            <a:r>
              <a:rPr lang="fr-FR" dirty="0"/>
              <a:t> de passe. </a:t>
            </a:r>
          </a:p>
          <a:p>
            <a:r>
              <a:rPr lang="fr-FR" dirty="0"/>
              <a:t>Gestion des rôles (administrateur, auditeur). </a:t>
            </a:r>
          </a:p>
          <a:p>
            <a:r>
              <a:rPr lang="fr-FR" dirty="0"/>
              <a:t>Journalisation des connexions et tentatives d’accès.</a:t>
            </a:r>
          </a:p>
          <a:p>
            <a:endParaRPr lang="fr-FR" dirty="0"/>
          </a:p>
          <a:p>
            <a:r>
              <a:rPr lang="fr-FR" b="1" dirty="0"/>
              <a:t>2. Gestion des profils </a:t>
            </a:r>
            <a:r>
              <a:rPr lang="fr-FR" b="1" dirty="0" err="1"/>
              <a:t>AppArmor</a:t>
            </a:r>
            <a:endParaRPr lang="fr-FR" b="1" dirty="0"/>
          </a:p>
          <a:p>
            <a:r>
              <a:rPr lang="fr-FR" dirty="0"/>
              <a:t>Création de nouveaux profils de sécurité. </a:t>
            </a:r>
          </a:p>
          <a:p>
            <a:r>
              <a:rPr lang="fr-FR" dirty="0"/>
              <a:t>Modification et mise à jour des profils existants. </a:t>
            </a:r>
          </a:p>
          <a:p>
            <a:r>
              <a:rPr lang="fr-FR" dirty="0"/>
              <a:t>Suppression des profils obsolètes. </a:t>
            </a:r>
          </a:p>
          <a:p>
            <a:r>
              <a:rPr lang="fr-FR" dirty="0"/>
              <a:t>Activation/désactivation des profils. </a:t>
            </a:r>
          </a:p>
          <a:p>
            <a:r>
              <a:rPr lang="fr-FR" dirty="0"/>
              <a:t>Basculement entre les modes</a:t>
            </a:r>
          </a:p>
          <a:p>
            <a:endParaRPr lang="fr-FR" dirty="0"/>
          </a:p>
          <a:p>
            <a:r>
              <a:rPr lang="fr-FR" b="1" dirty="0"/>
              <a:t>3. Surveillance et audit</a:t>
            </a:r>
          </a:p>
          <a:p>
            <a:r>
              <a:rPr lang="fr-FR" dirty="0"/>
              <a:t>Collecte automatique des logs générés par </a:t>
            </a:r>
            <a:r>
              <a:rPr lang="fr-FR" dirty="0" err="1"/>
              <a:t>AppArmor</a:t>
            </a:r>
            <a:r>
              <a:rPr lang="fr-FR" dirty="0"/>
              <a:t>. </a:t>
            </a:r>
          </a:p>
          <a:p>
            <a:r>
              <a:rPr lang="fr-FR" dirty="0"/>
              <a:t>Analyse des logs pour identifier les comportements suspects. </a:t>
            </a:r>
          </a:p>
          <a:p>
            <a:r>
              <a:rPr lang="fr-FR" dirty="0"/>
              <a:t>Visualisation des événements en temps réel via un tableau de bord. </a:t>
            </a:r>
          </a:p>
          <a:p>
            <a:r>
              <a:rPr lang="fr-FR" dirty="0"/>
              <a:t>Historisation des activités pour audit.</a:t>
            </a:r>
          </a:p>
          <a:p>
            <a:endParaRPr lang="fr-FR" dirty="0"/>
          </a:p>
          <a:p>
            <a:endParaRPr lang="fr-FR" dirty="0"/>
          </a:p>
          <a:p>
            <a:endParaRPr lang="fr-FR" dirty="0"/>
          </a:p>
          <a:p>
            <a:endParaRPr lang="fr-CM" dirty="0"/>
          </a:p>
          <a:p>
            <a:endParaRPr lang="fr-CM" dirty="0"/>
          </a:p>
        </p:txBody>
      </p:sp>
      <p:sp>
        <p:nvSpPr>
          <p:cNvPr id="4" name="ZoneTexte 3">
            <a:extLst>
              <a:ext uri="{FF2B5EF4-FFF2-40B4-BE49-F238E27FC236}">
                <a16:creationId xmlns:a16="http://schemas.microsoft.com/office/drawing/2014/main" id="{1876C9D9-FDC5-385A-AF20-1625E6F3EA0B}"/>
              </a:ext>
            </a:extLst>
          </p:cNvPr>
          <p:cNvSpPr txBox="1"/>
          <p:nvPr/>
        </p:nvSpPr>
        <p:spPr>
          <a:xfrm>
            <a:off x="6933063" y="1345156"/>
            <a:ext cx="5163403" cy="4524315"/>
          </a:xfrm>
          <a:prstGeom prst="rect">
            <a:avLst/>
          </a:prstGeom>
          <a:noFill/>
        </p:spPr>
        <p:txBody>
          <a:bodyPr wrap="square" rtlCol="0">
            <a:spAutoFit/>
          </a:bodyPr>
          <a:lstStyle/>
          <a:p>
            <a:r>
              <a:rPr lang="fr-FR" b="1" dirty="0"/>
              <a:t>4. Détection des comportements malveillants</a:t>
            </a:r>
          </a:p>
          <a:p>
            <a:r>
              <a:rPr lang="fr-FR" dirty="0"/>
              <a:t>Identification d’accès non autorisés aux fichiers. </a:t>
            </a:r>
          </a:p>
          <a:p>
            <a:r>
              <a:rPr lang="fr-FR" dirty="0"/>
              <a:t>Détection d’exécutions de processus interdits. </a:t>
            </a:r>
          </a:p>
          <a:p>
            <a:r>
              <a:rPr lang="fr-FR" dirty="0"/>
              <a:t>Corrélation des événements suspects.</a:t>
            </a:r>
          </a:p>
          <a:p>
            <a:endParaRPr lang="fr-CM" dirty="0"/>
          </a:p>
          <a:p>
            <a:r>
              <a:rPr lang="fr-FR" b="1" dirty="0"/>
              <a:t>5. Mitigation et réponse aux incidents</a:t>
            </a:r>
          </a:p>
          <a:p>
            <a:r>
              <a:rPr lang="fr-FR" dirty="0"/>
              <a:t>Blocage automatique des accès non autorisés. </a:t>
            </a:r>
          </a:p>
          <a:p>
            <a:r>
              <a:rPr lang="fr-FR" dirty="0"/>
              <a:t>Restriction ou arrêt des processus suspects. </a:t>
            </a:r>
          </a:p>
          <a:p>
            <a:r>
              <a:rPr lang="fr-FR" dirty="0"/>
              <a:t>Isolement des applications compromises. </a:t>
            </a:r>
          </a:p>
          <a:p>
            <a:r>
              <a:rPr lang="fr-FR" dirty="0"/>
              <a:t>Notification des administrateurs.</a:t>
            </a:r>
          </a:p>
          <a:p>
            <a:endParaRPr lang="fr-CM" dirty="0"/>
          </a:p>
          <a:p>
            <a:r>
              <a:rPr lang="fr-FR" b="1" dirty="0"/>
              <a:t>6. Administration système</a:t>
            </a:r>
          </a:p>
          <a:p>
            <a:r>
              <a:rPr lang="fr-FR" dirty="0"/>
              <a:t>Gestion des paramètres globaux de sécurité. </a:t>
            </a:r>
          </a:p>
          <a:p>
            <a:r>
              <a:rPr lang="fr-FR" dirty="0"/>
              <a:t>Sauvegarde et restauration des configurations. </a:t>
            </a:r>
          </a:p>
          <a:p>
            <a:r>
              <a:rPr lang="fr-FR" dirty="0"/>
              <a:t>Mise à jour des profils et règles de sécurité</a:t>
            </a:r>
          </a:p>
          <a:p>
            <a:endParaRPr lang="fr-CM" dirty="0"/>
          </a:p>
        </p:txBody>
      </p:sp>
    </p:spTree>
    <p:extLst>
      <p:ext uri="{BB962C8B-B14F-4D97-AF65-F5344CB8AC3E}">
        <p14:creationId xmlns:p14="http://schemas.microsoft.com/office/powerpoint/2010/main" val="3992008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83DFCC-289A-B1AE-6E7F-DC058F982821}"/>
              </a:ext>
            </a:extLst>
          </p:cNvPr>
          <p:cNvSpPr>
            <a:spLocks noGrp="1"/>
          </p:cNvSpPr>
          <p:nvPr>
            <p:ph type="title"/>
          </p:nvPr>
        </p:nvSpPr>
        <p:spPr>
          <a:xfrm>
            <a:off x="4776717" y="331978"/>
            <a:ext cx="5199797" cy="596710"/>
          </a:xfrm>
        </p:spPr>
        <p:txBody>
          <a:bodyPr/>
          <a:lstStyle/>
          <a:p>
            <a:r>
              <a:rPr lang="en-US" dirty="0"/>
              <a:t>Perimetre </a:t>
            </a:r>
            <a:endParaRPr lang="fr-CM" dirty="0"/>
          </a:p>
        </p:txBody>
      </p:sp>
      <p:sp>
        <p:nvSpPr>
          <p:cNvPr id="6" name="Espace réservé du numéro de diapositive 5">
            <a:extLst>
              <a:ext uri="{FF2B5EF4-FFF2-40B4-BE49-F238E27FC236}">
                <a16:creationId xmlns:a16="http://schemas.microsoft.com/office/drawing/2014/main" id="{E1CF2A39-8766-B160-9726-0D705C895CA2}"/>
              </a:ext>
            </a:extLst>
          </p:cNvPr>
          <p:cNvSpPr>
            <a:spLocks noGrp="1"/>
          </p:cNvSpPr>
          <p:nvPr>
            <p:ph type="sldNum" sz="quarter" idx="10"/>
          </p:nvPr>
        </p:nvSpPr>
        <p:spPr/>
        <p:txBody>
          <a:bodyPr/>
          <a:lstStyle/>
          <a:p>
            <a:pPr rtl="0"/>
            <a:fld id="{48F63A3B-78C7-47BE-AE5E-E10140E04643}" type="slidenum">
              <a:rPr lang="fr-FR" smtClean="0"/>
              <a:pPr rtl="0"/>
              <a:t>12</a:t>
            </a:fld>
            <a:endParaRPr lang="fr-FR" dirty="0"/>
          </a:p>
        </p:txBody>
      </p:sp>
      <p:sp>
        <p:nvSpPr>
          <p:cNvPr id="3" name="ZoneTexte 2">
            <a:extLst>
              <a:ext uri="{FF2B5EF4-FFF2-40B4-BE49-F238E27FC236}">
                <a16:creationId xmlns:a16="http://schemas.microsoft.com/office/drawing/2014/main" id="{AEF47106-AE47-731A-66F3-C9781DB5C582}"/>
              </a:ext>
            </a:extLst>
          </p:cNvPr>
          <p:cNvSpPr txBox="1"/>
          <p:nvPr/>
        </p:nvSpPr>
        <p:spPr>
          <a:xfrm>
            <a:off x="805217" y="928688"/>
            <a:ext cx="10385947" cy="5632311"/>
          </a:xfrm>
          <a:prstGeom prst="rect">
            <a:avLst/>
          </a:prstGeom>
          <a:noFill/>
        </p:spPr>
        <p:txBody>
          <a:bodyPr wrap="square" rtlCol="0">
            <a:spAutoFit/>
          </a:bodyPr>
          <a:lstStyle/>
          <a:p>
            <a:r>
              <a:rPr lang="fr-FR" b="1" dirty="0"/>
              <a:t>	1. Inclus dans le périmètre</a:t>
            </a:r>
          </a:p>
          <a:p>
            <a:r>
              <a:rPr lang="fr-FR" dirty="0"/>
              <a:t>Développement d’une application web sécurisée. </a:t>
            </a:r>
          </a:p>
          <a:p>
            <a:r>
              <a:rPr lang="fr-FR" dirty="0"/>
              <a:t>Intégration avec le système de sécurité </a:t>
            </a:r>
            <a:r>
              <a:rPr lang="fr-FR" dirty="0" err="1"/>
              <a:t>AppArmor</a:t>
            </a:r>
            <a:r>
              <a:rPr lang="fr-FR" dirty="0"/>
              <a:t>. </a:t>
            </a:r>
          </a:p>
          <a:p>
            <a:r>
              <a:rPr lang="fr-FR" dirty="0"/>
              <a:t>Gestion centralisée des profils </a:t>
            </a:r>
            <a:r>
              <a:rPr lang="fr-FR" dirty="0" err="1"/>
              <a:t>AppArmor</a:t>
            </a:r>
            <a:r>
              <a:rPr lang="fr-FR" dirty="0"/>
              <a:t>. </a:t>
            </a:r>
          </a:p>
          <a:p>
            <a:r>
              <a:rPr lang="fr-FR" dirty="0"/>
              <a:t>Visualisation et analyse des logs. </a:t>
            </a:r>
          </a:p>
          <a:p>
            <a:r>
              <a:rPr lang="fr-FR" dirty="0"/>
              <a:t>Détection et mitigation des comportements malveillants. </a:t>
            </a:r>
          </a:p>
          <a:p>
            <a:r>
              <a:rPr lang="fr-FR" dirty="0"/>
              <a:t>Déploiement sur un environnement Linux (Ubuntu). </a:t>
            </a:r>
          </a:p>
          <a:p>
            <a:endParaRPr lang="fr-FR" dirty="0"/>
          </a:p>
          <a:p>
            <a:r>
              <a:rPr lang="fr-FR" b="1" dirty="0"/>
              <a:t>									2. Hors périmètre</a:t>
            </a:r>
          </a:p>
          <a:p>
            <a:r>
              <a:rPr lang="fr-FR" dirty="0"/>
              <a:t>								Support d’autres systèmes de sécurité (ex : </a:t>
            </a:r>
            <a:r>
              <a:rPr lang="fr-FR" dirty="0" err="1"/>
              <a:t>SELinux</a:t>
            </a:r>
            <a:r>
              <a:rPr lang="fr-FR" dirty="0"/>
              <a:t>). </a:t>
            </a:r>
          </a:p>
          <a:p>
            <a:r>
              <a:rPr lang="fr-FR" dirty="0"/>
              <a:t>								Déploiement sur des systèmes non Linux (Windows, </a:t>
            </a:r>
            <a:r>
              <a:rPr lang="fr-FR" dirty="0" err="1"/>
              <a:t>macOS</a:t>
            </a:r>
            <a:r>
              <a:rPr lang="fr-FR" dirty="0"/>
              <a:t>). </a:t>
            </a:r>
          </a:p>
          <a:p>
            <a:r>
              <a:rPr lang="fr-FR" dirty="0"/>
              <a:t>								Gestion de réseaux distribués à grande échelle. </a:t>
            </a:r>
          </a:p>
          <a:p>
            <a:r>
              <a:rPr lang="fr-FR" dirty="0"/>
              <a:t>								Intelligence artificielle avancée pour la détection (option future). </a:t>
            </a:r>
          </a:p>
          <a:p>
            <a:endParaRPr lang="fr-FR" dirty="0"/>
          </a:p>
          <a:p>
            <a:r>
              <a:rPr lang="fr-FR" b="1" dirty="0"/>
              <a:t>	3. Contraintes</a:t>
            </a:r>
          </a:p>
          <a:p>
            <a:r>
              <a:rPr lang="fr-FR" dirty="0"/>
              <a:t>Utilisation de technologies open source. </a:t>
            </a:r>
          </a:p>
          <a:p>
            <a:r>
              <a:rPr lang="fr-FR" dirty="0"/>
              <a:t>Fonctionnement en environnement local ou virtualisé (VMware). </a:t>
            </a:r>
          </a:p>
          <a:p>
            <a:r>
              <a:rPr lang="fr-FR" dirty="0"/>
              <a:t>Respect des bonnes pratiques de sécurité web. </a:t>
            </a:r>
          </a:p>
          <a:p>
            <a:r>
              <a:rPr lang="fr-FR" dirty="0"/>
              <a:t>Performance acceptable pour un environnement de test académique.</a:t>
            </a:r>
          </a:p>
          <a:p>
            <a:endParaRPr lang="fr-CM" dirty="0"/>
          </a:p>
        </p:txBody>
      </p:sp>
    </p:spTree>
    <p:extLst>
      <p:ext uri="{BB962C8B-B14F-4D97-AF65-F5344CB8AC3E}">
        <p14:creationId xmlns:p14="http://schemas.microsoft.com/office/powerpoint/2010/main" val="40156416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962281-5167-1422-2A0A-DB160355CF47}"/>
              </a:ext>
            </a:extLst>
          </p:cNvPr>
          <p:cNvSpPr>
            <a:spLocks noGrp="1"/>
          </p:cNvSpPr>
          <p:nvPr>
            <p:ph type="title"/>
          </p:nvPr>
        </p:nvSpPr>
        <p:spPr>
          <a:xfrm>
            <a:off x="3548418" y="263740"/>
            <a:ext cx="7631709" cy="664948"/>
          </a:xfrm>
        </p:spPr>
        <p:txBody>
          <a:bodyPr/>
          <a:lstStyle/>
          <a:p>
            <a:r>
              <a:rPr lang="en-US" dirty="0"/>
              <a:t>specificites</a:t>
            </a:r>
            <a:endParaRPr lang="fr-CM" dirty="0"/>
          </a:p>
        </p:txBody>
      </p:sp>
      <p:sp>
        <p:nvSpPr>
          <p:cNvPr id="6" name="Espace réservé du numéro de diapositive 5">
            <a:extLst>
              <a:ext uri="{FF2B5EF4-FFF2-40B4-BE49-F238E27FC236}">
                <a16:creationId xmlns:a16="http://schemas.microsoft.com/office/drawing/2014/main" id="{27457034-5E2B-D449-B11E-934BF45F6405}"/>
              </a:ext>
            </a:extLst>
          </p:cNvPr>
          <p:cNvSpPr>
            <a:spLocks noGrp="1"/>
          </p:cNvSpPr>
          <p:nvPr>
            <p:ph type="sldNum" sz="quarter" idx="10"/>
          </p:nvPr>
        </p:nvSpPr>
        <p:spPr/>
        <p:txBody>
          <a:bodyPr/>
          <a:lstStyle/>
          <a:p>
            <a:pPr rtl="0"/>
            <a:fld id="{48F63A3B-78C7-47BE-AE5E-E10140E04643}" type="slidenum">
              <a:rPr lang="fr-FR" smtClean="0"/>
              <a:pPr rtl="0"/>
              <a:t>13</a:t>
            </a:fld>
            <a:endParaRPr lang="fr-FR" dirty="0"/>
          </a:p>
        </p:txBody>
      </p:sp>
      <p:sp>
        <p:nvSpPr>
          <p:cNvPr id="3" name="ZoneTexte 2">
            <a:extLst>
              <a:ext uri="{FF2B5EF4-FFF2-40B4-BE49-F238E27FC236}">
                <a16:creationId xmlns:a16="http://schemas.microsoft.com/office/drawing/2014/main" id="{9863625F-57CA-9592-4B0E-A38E052C40DD}"/>
              </a:ext>
            </a:extLst>
          </p:cNvPr>
          <p:cNvSpPr txBox="1"/>
          <p:nvPr/>
        </p:nvSpPr>
        <p:spPr>
          <a:xfrm>
            <a:off x="209266" y="983919"/>
            <a:ext cx="6792035" cy="5909310"/>
          </a:xfrm>
          <a:prstGeom prst="rect">
            <a:avLst/>
          </a:prstGeom>
          <a:noFill/>
        </p:spPr>
        <p:txBody>
          <a:bodyPr wrap="square" rtlCol="0">
            <a:spAutoFit/>
          </a:bodyPr>
          <a:lstStyle/>
          <a:p>
            <a:r>
              <a:rPr lang="fr-CM" b="1" dirty="0"/>
              <a:t>1. Spécificités techniques</a:t>
            </a:r>
          </a:p>
          <a:p>
            <a:r>
              <a:rPr lang="fr-CM" dirty="0"/>
              <a:t>Architecture client-serveur (frontend + backend). </a:t>
            </a:r>
          </a:p>
          <a:p>
            <a:r>
              <a:rPr lang="fr-CM" dirty="0"/>
              <a:t>Backend connecté à </a:t>
            </a:r>
            <a:r>
              <a:rPr lang="fr-CM" dirty="0" err="1"/>
              <a:t>AppArmor</a:t>
            </a:r>
            <a:r>
              <a:rPr lang="fr-CM" dirty="0"/>
              <a:t> via scripts système. </a:t>
            </a:r>
          </a:p>
          <a:p>
            <a:r>
              <a:rPr lang="fr-CM" dirty="0"/>
              <a:t>Base de données MySQL pour le stockage des logs et configurations. </a:t>
            </a:r>
          </a:p>
          <a:p>
            <a:r>
              <a:rPr lang="fr-CM" dirty="0"/>
              <a:t>Interface web développée avec un </a:t>
            </a:r>
            <a:r>
              <a:rPr lang="fr-CM" dirty="0" err="1"/>
              <a:t>framework</a:t>
            </a:r>
            <a:r>
              <a:rPr lang="fr-CM" dirty="0"/>
              <a:t> moderne (ex : Django, Flask, Node.js).</a:t>
            </a:r>
          </a:p>
          <a:p>
            <a:endParaRPr lang="fr-CM" dirty="0"/>
          </a:p>
          <a:p>
            <a:r>
              <a:rPr lang="fr-FR" b="1" dirty="0"/>
              <a:t>2. Spécificités de sécurité</a:t>
            </a:r>
          </a:p>
          <a:p>
            <a:r>
              <a:rPr lang="fr-FR" dirty="0"/>
              <a:t>Authentification sécurisée (hash des mots de passe). </a:t>
            </a:r>
          </a:p>
          <a:p>
            <a:r>
              <a:rPr lang="fr-FR" dirty="0"/>
              <a:t>Protection contre les attaques web (XSS, CSRF, injections SQL). </a:t>
            </a:r>
          </a:p>
          <a:p>
            <a:r>
              <a:rPr lang="fr-FR" dirty="0"/>
              <a:t>Chiffrement des communications (HTTPS). </a:t>
            </a:r>
          </a:p>
          <a:p>
            <a:r>
              <a:rPr lang="fr-FR" dirty="0"/>
              <a:t>Journalisation des actions sensibles.</a:t>
            </a:r>
          </a:p>
          <a:p>
            <a:endParaRPr lang="fr-CM" dirty="0"/>
          </a:p>
          <a:p>
            <a:r>
              <a:rPr lang="fr-FR" b="1" dirty="0"/>
              <a:t>3. Spécificités fonctionnelles</a:t>
            </a:r>
          </a:p>
          <a:p>
            <a:r>
              <a:rPr lang="fr-FR" dirty="0"/>
              <a:t>Interface intuitive et ergonomique. </a:t>
            </a:r>
          </a:p>
          <a:p>
            <a:r>
              <a:rPr lang="fr-FR" dirty="0"/>
              <a:t>Tableau de bord dynamique avec indicateurs de sécurité. </a:t>
            </a:r>
          </a:p>
          <a:p>
            <a:r>
              <a:rPr lang="fr-FR" dirty="0"/>
              <a:t>Alertes en temps réel en cas d’activité suspecte. </a:t>
            </a:r>
          </a:p>
          <a:p>
            <a:r>
              <a:rPr lang="fr-FR" dirty="0"/>
              <a:t>Gestion simplifiée des profils </a:t>
            </a:r>
            <a:r>
              <a:rPr lang="fr-FR" dirty="0" err="1"/>
              <a:t>AppArmor</a:t>
            </a:r>
            <a:r>
              <a:rPr lang="fr-FR" dirty="0"/>
              <a:t>. </a:t>
            </a:r>
          </a:p>
          <a:p>
            <a:endParaRPr lang="fr-CM" dirty="0"/>
          </a:p>
          <a:p>
            <a:endParaRPr lang="fr-CM" dirty="0"/>
          </a:p>
          <a:p>
            <a:endParaRPr lang="fr-CM" dirty="0"/>
          </a:p>
        </p:txBody>
      </p:sp>
      <p:sp>
        <p:nvSpPr>
          <p:cNvPr id="4" name="ZoneTexte 3">
            <a:extLst>
              <a:ext uri="{FF2B5EF4-FFF2-40B4-BE49-F238E27FC236}">
                <a16:creationId xmlns:a16="http://schemas.microsoft.com/office/drawing/2014/main" id="{55DA306B-7F76-D8C7-7975-57A13DB25488}"/>
              </a:ext>
            </a:extLst>
          </p:cNvPr>
          <p:cNvSpPr txBox="1"/>
          <p:nvPr/>
        </p:nvSpPr>
        <p:spPr>
          <a:xfrm>
            <a:off x="7001301" y="1963678"/>
            <a:ext cx="4981433" cy="3693319"/>
          </a:xfrm>
          <a:prstGeom prst="rect">
            <a:avLst/>
          </a:prstGeom>
          <a:noFill/>
        </p:spPr>
        <p:txBody>
          <a:bodyPr wrap="square" rtlCol="0">
            <a:spAutoFit/>
          </a:bodyPr>
          <a:lstStyle/>
          <a:p>
            <a:r>
              <a:rPr lang="fr-FR" b="1" dirty="0"/>
              <a:t>4. Spécificités de performance</a:t>
            </a:r>
          </a:p>
          <a:p>
            <a:r>
              <a:rPr lang="fr-FR" dirty="0"/>
              <a:t>Temps de réponse rapide (&lt; 5 secondes pour les opérations courantes). </a:t>
            </a:r>
          </a:p>
          <a:p>
            <a:r>
              <a:rPr lang="fr-FR" dirty="0"/>
              <a:t>Mise à jour quasi-temps réel des logs. </a:t>
            </a:r>
          </a:p>
          <a:p>
            <a:r>
              <a:rPr lang="fr-FR" dirty="0"/>
              <a:t>Capacité à gérer plusieurs profils simultanément.</a:t>
            </a:r>
          </a:p>
          <a:p>
            <a:endParaRPr lang="fr-FR" dirty="0"/>
          </a:p>
          <a:p>
            <a:r>
              <a:rPr lang="fr-FR" dirty="0"/>
              <a:t> </a:t>
            </a:r>
          </a:p>
          <a:p>
            <a:r>
              <a:rPr lang="fr-FR" b="1" dirty="0"/>
              <a:t>5. Spécificités d’évolutivité</a:t>
            </a:r>
          </a:p>
          <a:p>
            <a:r>
              <a:rPr lang="fr-FR" dirty="0"/>
              <a:t>Possibilité d’ajouter de nouveaux modules (IA, SIEM, etc.). </a:t>
            </a:r>
          </a:p>
          <a:p>
            <a:r>
              <a:rPr lang="fr-FR" dirty="0"/>
              <a:t>Architecture modulaire facilitant les extensions futures.</a:t>
            </a:r>
          </a:p>
          <a:p>
            <a:endParaRPr lang="fr-CM" dirty="0"/>
          </a:p>
        </p:txBody>
      </p:sp>
    </p:spTree>
    <p:extLst>
      <p:ext uri="{BB962C8B-B14F-4D97-AF65-F5344CB8AC3E}">
        <p14:creationId xmlns:p14="http://schemas.microsoft.com/office/powerpoint/2010/main" val="1509998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9443EC8A-1733-CCF7-081F-EB4667CB3285}"/>
              </a:ext>
            </a:extLst>
          </p:cNvPr>
          <p:cNvSpPr>
            <a:spLocks noGrp="1"/>
          </p:cNvSpPr>
          <p:nvPr>
            <p:ph type="title"/>
          </p:nvPr>
        </p:nvSpPr>
        <p:spPr>
          <a:xfrm>
            <a:off x="1286231" y="-17343"/>
            <a:ext cx="8350899" cy="630687"/>
          </a:xfrm>
        </p:spPr>
        <p:txBody>
          <a:bodyPr rtlCol="0"/>
          <a:lstStyle>
            <a:defPPr>
              <a:defRPr lang="fr-FR"/>
            </a:defPPr>
          </a:lstStyle>
          <a:p>
            <a:pPr rtl="0"/>
            <a:r>
              <a:rPr lang="fr-FR" dirty="0"/>
              <a:t>V. Planification du projet</a:t>
            </a:r>
          </a:p>
        </p:txBody>
      </p:sp>
      <p:sp>
        <p:nvSpPr>
          <p:cNvPr id="2" name="Espace réservé du numéro de diapositive 1">
            <a:extLst>
              <a:ext uri="{FF2B5EF4-FFF2-40B4-BE49-F238E27FC236}">
                <a16:creationId xmlns:a16="http://schemas.microsoft.com/office/drawing/2014/main" id="{AB69D854-FB65-0E93-CFE2-041F7C41DD24}"/>
              </a:ext>
            </a:extLst>
          </p:cNvPr>
          <p:cNvSpPr>
            <a:spLocks noGrp="1"/>
          </p:cNvSpPr>
          <p:nvPr>
            <p:ph type="sldNum" sz="quarter" idx="10"/>
          </p:nvPr>
        </p:nvSpPr>
        <p:spPr>
          <a:xfrm>
            <a:off x="11038977" y="457199"/>
            <a:ext cx="987552" cy="471489"/>
          </a:xfrm>
        </p:spPr>
        <p:txBody>
          <a:bodyPr rtlCol="0"/>
          <a:lstStyle>
            <a:defPPr>
              <a:defRPr lang="fr-FR"/>
            </a:defPPr>
          </a:lstStyle>
          <a:p>
            <a:pPr rtl="0"/>
            <a:fld id="{48F63A3B-78C7-47BE-AE5E-E10140E04643}" type="slidenum">
              <a:rPr lang="fr-FR" smtClean="0"/>
              <a:pPr rtl="0"/>
              <a:t>14</a:t>
            </a:fld>
            <a:endParaRPr lang="fr-FR" dirty="0"/>
          </a:p>
        </p:txBody>
      </p:sp>
      <p:graphicFrame>
        <p:nvGraphicFramePr>
          <p:cNvPr id="11" name="Tableau 10">
            <a:extLst>
              <a:ext uri="{FF2B5EF4-FFF2-40B4-BE49-F238E27FC236}">
                <a16:creationId xmlns:a16="http://schemas.microsoft.com/office/drawing/2014/main" id="{252F484B-C429-F5CF-CA8C-60E4B6610023}"/>
              </a:ext>
            </a:extLst>
          </p:cNvPr>
          <p:cNvGraphicFramePr>
            <a:graphicFrameLocks noGrp="1"/>
          </p:cNvGraphicFramePr>
          <p:nvPr>
            <p:extLst>
              <p:ext uri="{D42A27DB-BD31-4B8C-83A1-F6EECF244321}">
                <p14:modId xmlns:p14="http://schemas.microsoft.com/office/powerpoint/2010/main" val="2836702416"/>
              </p:ext>
            </p:extLst>
          </p:nvPr>
        </p:nvGraphicFramePr>
        <p:xfrm>
          <a:off x="428159" y="692942"/>
          <a:ext cx="11254326" cy="6054489"/>
        </p:xfrm>
        <a:graphic>
          <a:graphicData uri="http://schemas.openxmlformats.org/drawingml/2006/table">
            <a:tbl>
              <a:tblPr firstRow="1" bandRow="1">
                <a:tableStyleId>{8A107856-5554-42FB-B03E-39F5DBC370BA}</a:tableStyleId>
              </a:tblPr>
              <a:tblGrid>
                <a:gridCol w="963316">
                  <a:extLst>
                    <a:ext uri="{9D8B030D-6E8A-4147-A177-3AD203B41FA5}">
                      <a16:colId xmlns:a16="http://schemas.microsoft.com/office/drawing/2014/main" val="2535193249"/>
                    </a:ext>
                  </a:extLst>
                </a:gridCol>
                <a:gridCol w="2602199">
                  <a:extLst>
                    <a:ext uri="{9D8B030D-6E8A-4147-A177-3AD203B41FA5}">
                      <a16:colId xmlns:a16="http://schemas.microsoft.com/office/drawing/2014/main" val="3043342224"/>
                    </a:ext>
                  </a:extLst>
                </a:gridCol>
                <a:gridCol w="1782758">
                  <a:extLst>
                    <a:ext uri="{9D8B030D-6E8A-4147-A177-3AD203B41FA5}">
                      <a16:colId xmlns:a16="http://schemas.microsoft.com/office/drawing/2014/main" val="3465845086"/>
                    </a:ext>
                  </a:extLst>
                </a:gridCol>
                <a:gridCol w="1782758">
                  <a:extLst>
                    <a:ext uri="{9D8B030D-6E8A-4147-A177-3AD203B41FA5}">
                      <a16:colId xmlns:a16="http://schemas.microsoft.com/office/drawing/2014/main" val="1663474120"/>
                    </a:ext>
                  </a:extLst>
                </a:gridCol>
                <a:gridCol w="1782758">
                  <a:extLst>
                    <a:ext uri="{9D8B030D-6E8A-4147-A177-3AD203B41FA5}">
                      <a16:colId xmlns:a16="http://schemas.microsoft.com/office/drawing/2014/main" val="4210832877"/>
                    </a:ext>
                  </a:extLst>
                </a:gridCol>
                <a:gridCol w="2340537">
                  <a:extLst>
                    <a:ext uri="{9D8B030D-6E8A-4147-A177-3AD203B41FA5}">
                      <a16:colId xmlns:a16="http://schemas.microsoft.com/office/drawing/2014/main" val="119287484"/>
                    </a:ext>
                  </a:extLst>
                </a:gridCol>
              </a:tblGrid>
              <a:tr h="1042803">
                <a:tc>
                  <a:txBody>
                    <a:bodyPr/>
                    <a:lstStyle/>
                    <a:p>
                      <a:r>
                        <a:rPr lang="en-US" dirty="0"/>
                        <a:t>Phases</a:t>
                      </a:r>
                      <a:endParaRPr lang="fr-CM" dirty="0"/>
                    </a:p>
                  </a:txBody>
                  <a:tcPr/>
                </a:tc>
                <a:tc>
                  <a:txBody>
                    <a:bodyPr/>
                    <a:lstStyle/>
                    <a:p>
                      <a:r>
                        <a:rPr lang="en-US" dirty="0"/>
                        <a:t>Intitule</a:t>
                      </a:r>
                      <a:endParaRPr lang="fr-CM" dirty="0"/>
                    </a:p>
                  </a:txBody>
                  <a:tcPr/>
                </a:tc>
                <a:tc>
                  <a:txBody>
                    <a:bodyPr/>
                    <a:lstStyle/>
                    <a:p>
                      <a:r>
                        <a:rPr lang="en-US" dirty="0"/>
                        <a:t>Activite principale</a:t>
                      </a:r>
                      <a:endParaRPr lang="fr-CM" dirty="0"/>
                    </a:p>
                  </a:txBody>
                  <a:tcPr/>
                </a:tc>
                <a:tc>
                  <a:txBody>
                    <a:bodyPr/>
                    <a:lstStyle/>
                    <a:p>
                      <a:r>
                        <a:rPr lang="en-US" dirty="0"/>
                        <a:t>Date de debut </a:t>
                      </a:r>
                      <a:endParaRPr lang="fr-CM" dirty="0"/>
                    </a:p>
                  </a:txBody>
                  <a:tcPr/>
                </a:tc>
                <a:tc>
                  <a:txBody>
                    <a:bodyPr/>
                    <a:lstStyle/>
                    <a:p>
                      <a:r>
                        <a:rPr lang="en-US" dirty="0"/>
                        <a:t>Date de fin </a:t>
                      </a:r>
                      <a:endParaRPr lang="fr-CM" dirty="0"/>
                    </a:p>
                  </a:txBody>
                  <a:tcPr/>
                </a:tc>
                <a:tc>
                  <a:txBody>
                    <a:bodyPr/>
                    <a:lstStyle/>
                    <a:p>
                      <a:r>
                        <a:rPr lang="en-US" dirty="0"/>
                        <a:t>Livable</a:t>
                      </a:r>
                      <a:endParaRPr lang="fr-CM" dirty="0"/>
                    </a:p>
                  </a:txBody>
                  <a:tcPr/>
                </a:tc>
                <a:extLst>
                  <a:ext uri="{0D108BD9-81ED-4DB2-BD59-A6C34878D82A}">
                    <a16:rowId xmlns:a16="http://schemas.microsoft.com/office/drawing/2014/main" val="1170146286"/>
                  </a:ext>
                </a:extLst>
              </a:tr>
              <a:tr h="1378435">
                <a:tc>
                  <a:txBody>
                    <a:bodyPr/>
                    <a:lstStyle/>
                    <a:p>
                      <a:r>
                        <a:rPr lang="en-US" dirty="0"/>
                        <a:t>1</a:t>
                      </a:r>
                      <a:endParaRPr lang="fr-CM" dirty="0"/>
                    </a:p>
                  </a:txBody>
                  <a:tcPr/>
                </a:tc>
                <a:tc>
                  <a:txBody>
                    <a:bodyPr/>
                    <a:lstStyle/>
                    <a:p>
                      <a:r>
                        <a:rPr lang="en-US" dirty="0"/>
                        <a:t>Cahier d’Analyse</a:t>
                      </a:r>
                      <a:endParaRPr lang="fr-CM" dirty="0"/>
                    </a:p>
                  </a:txBody>
                  <a:tcPr/>
                </a:tc>
                <a:tc>
                  <a:txBody>
                    <a:bodyPr/>
                    <a:lstStyle/>
                    <a:p>
                      <a:r>
                        <a:rPr lang="fr-FR" dirty="0"/>
                        <a:t>Analyse du besoin, étude de l’existant, définition des contraintes </a:t>
                      </a:r>
                      <a:endParaRPr lang="fr-CM" dirty="0"/>
                    </a:p>
                  </a:txBody>
                  <a:tcPr/>
                </a:tc>
                <a:tc>
                  <a:txBody>
                    <a:bodyPr/>
                    <a:lstStyle/>
                    <a:p>
                      <a:r>
                        <a:rPr lang="en-US" dirty="0"/>
                        <a:t>11/05/2026</a:t>
                      </a:r>
                      <a:endParaRPr lang="fr-CM" dirty="0"/>
                    </a:p>
                  </a:txBody>
                  <a:tcPr/>
                </a:tc>
                <a:tc>
                  <a:txBody>
                    <a:bodyPr/>
                    <a:lstStyle/>
                    <a:p>
                      <a:r>
                        <a:rPr lang="en-US" dirty="0"/>
                        <a:t>20/05/206</a:t>
                      </a:r>
                      <a:endParaRPr lang="fr-CM" dirty="0"/>
                    </a:p>
                  </a:txBody>
                  <a:tcPr/>
                </a:tc>
                <a:tc>
                  <a:txBody>
                    <a:bodyPr/>
                    <a:lstStyle/>
                    <a:p>
                      <a:r>
                        <a:rPr lang="en-US" dirty="0"/>
                        <a:t>Dossier </a:t>
                      </a:r>
                      <a:r>
                        <a:rPr lang="en-US" dirty="0" err="1"/>
                        <a:t>d’analyse</a:t>
                      </a:r>
                      <a:endParaRPr lang="fr-CM" dirty="0"/>
                    </a:p>
                  </a:txBody>
                  <a:tcPr/>
                </a:tc>
                <a:extLst>
                  <a:ext uri="{0D108BD9-81ED-4DB2-BD59-A6C34878D82A}">
                    <a16:rowId xmlns:a16="http://schemas.microsoft.com/office/drawing/2014/main" val="2091218383"/>
                  </a:ext>
                </a:extLst>
              </a:tr>
              <a:tr h="1042803">
                <a:tc>
                  <a:txBody>
                    <a:bodyPr/>
                    <a:lstStyle/>
                    <a:p>
                      <a:r>
                        <a:rPr lang="en-US" dirty="0"/>
                        <a:t>2</a:t>
                      </a:r>
                      <a:endParaRPr lang="fr-CM" dirty="0"/>
                    </a:p>
                  </a:txBody>
                  <a:tcPr/>
                </a:tc>
                <a:tc>
                  <a:txBody>
                    <a:bodyPr/>
                    <a:lstStyle/>
                    <a:p>
                      <a:r>
                        <a:rPr lang="en-US" dirty="0"/>
                        <a:t>Cahier de Conception</a:t>
                      </a:r>
                      <a:endParaRPr lang="fr-CM" dirty="0"/>
                    </a:p>
                  </a:txBody>
                  <a:tcPr/>
                </a:tc>
                <a:tc>
                  <a:txBody>
                    <a:bodyPr/>
                    <a:lstStyle/>
                    <a:p>
                      <a:r>
                        <a:rPr lang="fr-FR" dirty="0"/>
                        <a:t>Architecture, choix des outils, modélisation </a:t>
                      </a:r>
                      <a:endParaRPr lang="fr-CM" dirty="0"/>
                    </a:p>
                  </a:txBody>
                  <a:tcPr/>
                </a:tc>
                <a:tc>
                  <a:txBody>
                    <a:bodyPr/>
                    <a:lstStyle/>
                    <a:p>
                      <a:r>
                        <a:rPr lang="en-US" dirty="0"/>
                        <a:t>21/05/2026</a:t>
                      </a:r>
                      <a:endParaRPr lang="fr-CM" dirty="0"/>
                    </a:p>
                  </a:txBody>
                  <a:tcPr/>
                </a:tc>
                <a:tc>
                  <a:txBody>
                    <a:bodyPr/>
                    <a:lstStyle/>
                    <a:p>
                      <a:r>
                        <a:rPr lang="en-US" dirty="0"/>
                        <a:t>25/05/2026</a:t>
                      </a:r>
                      <a:endParaRPr lang="fr-CM" dirty="0"/>
                    </a:p>
                  </a:txBody>
                  <a:tcPr/>
                </a:tc>
                <a:tc>
                  <a:txBody>
                    <a:bodyPr/>
                    <a:lstStyle/>
                    <a:p>
                      <a:r>
                        <a:rPr lang="en-US" dirty="0"/>
                        <a:t>Dossier de conception</a:t>
                      </a:r>
                      <a:endParaRPr lang="fr-CM" dirty="0"/>
                    </a:p>
                  </a:txBody>
                  <a:tcPr/>
                </a:tc>
                <a:extLst>
                  <a:ext uri="{0D108BD9-81ED-4DB2-BD59-A6C34878D82A}">
                    <a16:rowId xmlns:a16="http://schemas.microsoft.com/office/drawing/2014/main" val="3201644569"/>
                  </a:ext>
                </a:extLst>
              </a:tr>
              <a:tr h="1042803">
                <a:tc>
                  <a:txBody>
                    <a:bodyPr/>
                    <a:lstStyle/>
                    <a:p>
                      <a:r>
                        <a:rPr lang="en-US" dirty="0"/>
                        <a:t>3</a:t>
                      </a:r>
                      <a:endParaRPr lang="fr-CM" dirty="0"/>
                    </a:p>
                  </a:txBody>
                  <a:tcPr/>
                </a:tc>
                <a:tc>
                  <a:txBody>
                    <a:bodyPr/>
                    <a:lstStyle/>
                    <a:p>
                      <a:r>
                        <a:rPr lang="en-US" dirty="0"/>
                        <a:t>Cahier de Realisation</a:t>
                      </a:r>
                      <a:endParaRPr lang="fr-CM" dirty="0"/>
                    </a:p>
                  </a:txBody>
                  <a:tcPr/>
                </a:tc>
                <a:tc>
                  <a:txBody>
                    <a:bodyPr/>
                    <a:lstStyle/>
                    <a:p>
                      <a:r>
                        <a:rPr lang="fr-FR" dirty="0"/>
                        <a:t>Développement, intégration, tests fonctionnels</a:t>
                      </a:r>
                      <a:endParaRPr lang="fr-CM" dirty="0"/>
                    </a:p>
                  </a:txBody>
                  <a:tcPr/>
                </a:tc>
                <a:tc>
                  <a:txBody>
                    <a:bodyPr/>
                    <a:lstStyle/>
                    <a:p>
                      <a:r>
                        <a:rPr lang="en-US" dirty="0"/>
                        <a:t>26/05/2026</a:t>
                      </a:r>
                      <a:endParaRPr lang="fr-CM" dirty="0"/>
                    </a:p>
                  </a:txBody>
                  <a:tcPr/>
                </a:tc>
                <a:tc>
                  <a:txBody>
                    <a:bodyPr/>
                    <a:lstStyle/>
                    <a:p>
                      <a:r>
                        <a:rPr lang="en-US" dirty="0"/>
                        <a:t>09/06/2026</a:t>
                      </a:r>
                      <a:endParaRPr lang="fr-CM" dirty="0"/>
                    </a:p>
                  </a:txBody>
                  <a:tcPr/>
                </a:tc>
                <a:tc>
                  <a:txBody>
                    <a:bodyPr/>
                    <a:lstStyle/>
                    <a:p>
                      <a:r>
                        <a:rPr lang="en-US" dirty="0"/>
                        <a:t>Dossier de realization</a:t>
                      </a:r>
                      <a:endParaRPr lang="fr-CM" dirty="0"/>
                    </a:p>
                  </a:txBody>
                  <a:tcPr/>
                </a:tc>
                <a:extLst>
                  <a:ext uri="{0D108BD9-81ED-4DB2-BD59-A6C34878D82A}">
                    <a16:rowId xmlns:a16="http://schemas.microsoft.com/office/drawing/2014/main" val="4136403353"/>
                  </a:ext>
                </a:extLst>
              </a:tr>
              <a:tr h="1378435">
                <a:tc>
                  <a:txBody>
                    <a:bodyPr/>
                    <a:lstStyle/>
                    <a:p>
                      <a:r>
                        <a:rPr lang="en-US" dirty="0"/>
                        <a:t>4</a:t>
                      </a:r>
                      <a:endParaRPr lang="fr-CM" dirty="0"/>
                    </a:p>
                  </a:txBody>
                  <a:tcPr/>
                </a:tc>
                <a:tc>
                  <a:txBody>
                    <a:bodyPr/>
                    <a:lstStyle/>
                    <a:p>
                      <a:r>
                        <a:rPr lang="en-US" dirty="0"/>
                        <a:t>Deploiement</a:t>
                      </a:r>
                      <a:endParaRPr lang="fr-CM" dirty="0"/>
                    </a:p>
                  </a:txBody>
                  <a:tcPr/>
                </a:tc>
                <a:tc>
                  <a:txBody>
                    <a:bodyPr/>
                    <a:lstStyle/>
                    <a:p>
                      <a:r>
                        <a:rPr lang="fr-FR" dirty="0"/>
                        <a:t>Mise en place du système, validation finale, documentation </a:t>
                      </a:r>
                      <a:endParaRPr lang="fr-CM" dirty="0"/>
                    </a:p>
                  </a:txBody>
                  <a:tcPr/>
                </a:tc>
                <a:tc>
                  <a:txBody>
                    <a:bodyPr/>
                    <a:lstStyle/>
                    <a:p>
                      <a:r>
                        <a:rPr lang="en-US" dirty="0"/>
                        <a:t>10/06/2026</a:t>
                      </a:r>
                      <a:endParaRPr lang="fr-CM" dirty="0"/>
                    </a:p>
                  </a:txBody>
                  <a:tcPr/>
                </a:tc>
                <a:tc>
                  <a:txBody>
                    <a:bodyPr/>
                    <a:lstStyle/>
                    <a:p>
                      <a:r>
                        <a:rPr lang="en-US"/>
                        <a:t>14/06/2026</a:t>
                      </a:r>
                      <a:endParaRPr lang="fr-CM" dirty="0"/>
                    </a:p>
                  </a:txBody>
                  <a:tcPr/>
                </a:tc>
                <a:tc>
                  <a:txBody>
                    <a:bodyPr/>
                    <a:lstStyle/>
                    <a:p>
                      <a:r>
                        <a:rPr lang="en-US" dirty="0"/>
                        <a:t>Rapport de deploiement du projet</a:t>
                      </a:r>
                      <a:endParaRPr lang="fr-CM" dirty="0"/>
                    </a:p>
                  </a:txBody>
                  <a:tcPr/>
                </a:tc>
                <a:extLst>
                  <a:ext uri="{0D108BD9-81ED-4DB2-BD59-A6C34878D82A}">
                    <a16:rowId xmlns:a16="http://schemas.microsoft.com/office/drawing/2014/main" val="2799012029"/>
                  </a:ext>
                </a:extLst>
              </a:tr>
            </a:tbl>
          </a:graphicData>
        </a:graphic>
      </p:graphicFrame>
    </p:spTree>
    <p:extLst>
      <p:ext uri="{BB962C8B-B14F-4D97-AF65-F5344CB8AC3E}">
        <p14:creationId xmlns:p14="http://schemas.microsoft.com/office/powerpoint/2010/main" val="40721017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2136FCF6-982C-CC37-9625-3EBFC7E7DD13}"/>
              </a:ext>
            </a:extLst>
          </p:cNvPr>
          <p:cNvSpPr>
            <a:spLocks noGrp="1"/>
          </p:cNvSpPr>
          <p:nvPr>
            <p:ph type="title"/>
          </p:nvPr>
        </p:nvSpPr>
        <p:spPr>
          <a:xfrm>
            <a:off x="1550564" y="821776"/>
            <a:ext cx="9879437" cy="980844"/>
          </a:xfrm>
        </p:spPr>
        <p:txBody>
          <a:bodyPr rtlCol="0"/>
          <a:lstStyle>
            <a:defPPr>
              <a:defRPr lang="fr-FR"/>
            </a:defPPr>
          </a:lstStyle>
          <a:p>
            <a:pPr rtl="0"/>
            <a:r>
              <a:rPr lang="fr-FR" dirty="0"/>
              <a:t>VI. LES LIVRABLES</a:t>
            </a:r>
          </a:p>
        </p:txBody>
      </p:sp>
      <p:sp>
        <p:nvSpPr>
          <p:cNvPr id="4" name="Espace réservé du texte 3">
            <a:extLst>
              <a:ext uri="{FF2B5EF4-FFF2-40B4-BE49-F238E27FC236}">
                <a16:creationId xmlns:a16="http://schemas.microsoft.com/office/drawing/2014/main" id="{97DCC342-9FD1-7055-EAAC-008DC851B13F}"/>
              </a:ext>
            </a:extLst>
          </p:cNvPr>
          <p:cNvSpPr>
            <a:spLocks noGrp="1"/>
          </p:cNvSpPr>
          <p:nvPr>
            <p:ph type="body" sz="quarter" idx="13"/>
          </p:nvPr>
        </p:nvSpPr>
        <p:spPr>
          <a:xfrm>
            <a:off x="881029" y="2167197"/>
            <a:ext cx="10429942" cy="3816220"/>
          </a:xfrm>
        </p:spPr>
        <p:txBody>
          <a:bodyPr rtlCol="0"/>
          <a:lstStyle>
            <a:defPPr>
              <a:defRPr lang="fr-FR"/>
            </a:defPPr>
          </a:lstStyle>
          <a:p>
            <a:pPr rtl="0"/>
            <a:r>
              <a:rPr lang="fr-FR" sz="2000" dirty="0">
                <a:solidFill>
                  <a:schemeClr val="tx1"/>
                </a:solidFill>
              </a:rPr>
              <a:t>Les livrables finaux attendus pour ce projet sont :</a:t>
            </a:r>
          </a:p>
          <a:p>
            <a:pPr marL="342900" indent="-342900" rtl="0">
              <a:buFont typeface="Arial" panose="020B0604020202020204" pitchFamily="34" charset="0"/>
              <a:buChar char="•"/>
            </a:pPr>
            <a:r>
              <a:rPr lang="fr-FR" sz="2000" dirty="0">
                <a:solidFill>
                  <a:schemeClr val="tx1"/>
                </a:solidFill>
              </a:rPr>
              <a:t>Cahier des charges</a:t>
            </a:r>
          </a:p>
          <a:p>
            <a:pPr marL="342900" indent="-342900" rtl="0">
              <a:buFont typeface="Arial" panose="020B0604020202020204" pitchFamily="34" charset="0"/>
              <a:buChar char="•"/>
            </a:pPr>
            <a:r>
              <a:rPr lang="fr-FR" sz="2000" dirty="0">
                <a:solidFill>
                  <a:schemeClr val="tx1"/>
                </a:solidFill>
              </a:rPr>
              <a:t> Dossier d’analyse </a:t>
            </a:r>
          </a:p>
          <a:p>
            <a:pPr marL="342900" indent="-342900" rtl="0">
              <a:buFont typeface="Arial" panose="020B0604020202020204" pitchFamily="34" charset="0"/>
              <a:buChar char="•"/>
            </a:pPr>
            <a:r>
              <a:rPr lang="fr-FR" sz="2000" dirty="0">
                <a:solidFill>
                  <a:schemeClr val="tx1"/>
                </a:solidFill>
              </a:rPr>
              <a:t> Dossier de conception</a:t>
            </a:r>
          </a:p>
          <a:p>
            <a:pPr marL="342900" indent="-342900" rtl="0">
              <a:buFont typeface="Arial" panose="020B0604020202020204" pitchFamily="34" charset="0"/>
              <a:buChar char="•"/>
            </a:pPr>
            <a:r>
              <a:rPr lang="fr-FR" sz="2000" dirty="0">
                <a:solidFill>
                  <a:schemeClr val="tx1"/>
                </a:solidFill>
              </a:rPr>
              <a:t> Dossier de réalisation</a:t>
            </a:r>
          </a:p>
          <a:p>
            <a:pPr marL="342900" indent="-342900" rtl="0">
              <a:buFont typeface="Arial" panose="020B0604020202020204" pitchFamily="34" charset="0"/>
              <a:buChar char="•"/>
            </a:pPr>
            <a:r>
              <a:rPr lang="fr-FR" sz="2000" dirty="0">
                <a:solidFill>
                  <a:schemeClr val="tx1"/>
                </a:solidFill>
              </a:rPr>
              <a:t>Dossier de déploiement</a:t>
            </a:r>
          </a:p>
          <a:p>
            <a:pPr marL="342900" indent="-342900" rtl="0">
              <a:buFont typeface="Arial" panose="020B0604020202020204" pitchFamily="34" charset="0"/>
              <a:buChar char="•"/>
            </a:pPr>
            <a:r>
              <a:rPr lang="fr-FR" sz="2000" dirty="0">
                <a:solidFill>
                  <a:schemeClr val="tx1"/>
                </a:solidFill>
              </a:rPr>
              <a:t>Rapport de projet complet</a:t>
            </a:r>
          </a:p>
          <a:p>
            <a:pPr marL="342900" indent="-342900" rtl="0">
              <a:buFont typeface="Arial" panose="020B0604020202020204" pitchFamily="34" charset="0"/>
              <a:buChar char="•"/>
            </a:pPr>
            <a:r>
              <a:rPr lang="fr-FR" sz="2000" dirty="0">
                <a:solidFill>
                  <a:schemeClr val="tx1"/>
                </a:solidFill>
              </a:rPr>
              <a:t>Présentation PowerPoint</a:t>
            </a:r>
          </a:p>
          <a:p>
            <a:pPr rtl="0"/>
            <a:endParaRPr lang="fr-FR" dirty="0"/>
          </a:p>
        </p:txBody>
      </p:sp>
      <p:sp>
        <p:nvSpPr>
          <p:cNvPr id="2" name="Espace réservé du numéro de diapositive 1">
            <a:extLst>
              <a:ext uri="{FF2B5EF4-FFF2-40B4-BE49-F238E27FC236}">
                <a16:creationId xmlns:a16="http://schemas.microsoft.com/office/drawing/2014/main" id="{A913EEC9-16E3-6C86-97D0-A7EC7EA09CDA}"/>
              </a:ext>
            </a:extLst>
          </p:cNvPr>
          <p:cNvSpPr>
            <a:spLocks noGrp="1"/>
          </p:cNvSpPr>
          <p:nvPr>
            <p:ph type="sldNum" sz="quarter" idx="10"/>
          </p:nvPr>
        </p:nvSpPr>
        <p:spPr>
          <a:xfrm>
            <a:off x="10358437" y="457199"/>
            <a:ext cx="1067589" cy="471489"/>
          </a:xfrm>
        </p:spPr>
        <p:txBody>
          <a:bodyPr rtlCol="0"/>
          <a:lstStyle>
            <a:defPPr>
              <a:defRPr lang="fr-FR"/>
            </a:defPPr>
          </a:lstStyle>
          <a:p>
            <a:pPr rtl="0"/>
            <a:fld id="{48F63A3B-78C7-47BE-AE5E-E10140E04643}" type="slidenum">
              <a:rPr lang="fr-FR" smtClean="0"/>
              <a:pPr rtl="0"/>
              <a:t>15</a:t>
            </a:fld>
            <a:endParaRPr lang="fr-FR" dirty="0"/>
          </a:p>
        </p:txBody>
      </p:sp>
    </p:spTree>
    <p:extLst>
      <p:ext uri="{BB962C8B-B14F-4D97-AF65-F5344CB8AC3E}">
        <p14:creationId xmlns:p14="http://schemas.microsoft.com/office/powerpoint/2010/main" val="39699961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9D22C5-0C9E-B582-A8FE-B45E70A01E7F}"/>
              </a:ext>
            </a:extLst>
          </p:cNvPr>
          <p:cNvSpPr>
            <a:spLocks noGrp="1"/>
          </p:cNvSpPr>
          <p:nvPr>
            <p:ph type="ctrTitle"/>
          </p:nvPr>
        </p:nvSpPr>
        <p:spPr>
          <a:xfrm>
            <a:off x="317240" y="1097740"/>
            <a:ext cx="11178074" cy="2499907"/>
          </a:xfrm>
        </p:spPr>
        <p:txBody>
          <a:bodyPr rtlCol="0"/>
          <a:lstStyle>
            <a:defPPr>
              <a:defRPr lang="fr-FR"/>
            </a:defPPr>
          </a:lstStyle>
          <a:p>
            <a:pPr rtl="0"/>
            <a:r>
              <a:rPr lang="fr-FR" sz="4800" dirty="0">
                <a:effectLst>
                  <a:reflection blurRad="6350" stA="60000" endA="900" endPos="60000" dist="29997" dir="5400000" sy="-100000" algn="bl" rotWithShape="0"/>
                </a:effectLst>
              </a:rPr>
              <a:t>MERCI POUR VOTRE ATTENTION</a:t>
            </a:r>
          </a:p>
        </p:txBody>
      </p:sp>
    </p:spTree>
    <p:extLst>
      <p:ext uri="{BB962C8B-B14F-4D97-AF65-F5344CB8AC3E}">
        <p14:creationId xmlns:p14="http://schemas.microsoft.com/office/powerpoint/2010/main" val="1973173046"/>
      </p:ext>
    </p:extLst>
  </p:cSld>
  <p:clrMapOvr>
    <a:masterClrMapping/>
  </p:clrMapOvr>
</p:sld>
</file>

<file path=ppt/theme/theme1.xml><?xml version="1.0" encoding="utf-8"?>
<a:theme xmlns:a="http://schemas.openxmlformats.org/drawingml/2006/main" name="Personnalisé">
  <a:themeElements>
    <a:clrScheme name="Custom 13">
      <a:dk1>
        <a:srgbClr val="000000"/>
      </a:dk1>
      <a:lt1>
        <a:srgbClr val="FDFAF6"/>
      </a:lt1>
      <a:dk2>
        <a:srgbClr val="44546A"/>
      </a:dk2>
      <a:lt2>
        <a:srgbClr val="E7E6E6"/>
      </a:lt2>
      <a:accent1>
        <a:srgbClr val="F5CDCE"/>
      </a:accent1>
      <a:accent2>
        <a:srgbClr val="DE8C8C"/>
      </a:accent2>
      <a:accent3>
        <a:srgbClr val="AAC3E8"/>
      </a:accent3>
      <a:accent4>
        <a:srgbClr val="D2D592"/>
      </a:accent4>
      <a:accent5>
        <a:srgbClr val="CCBE89"/>
      </a:accent5>
      <a:accent6>
        <a:srgbClr val="1F2C8F"/>
      </a:accent6>
      <a:hlink>
        <a:srgbClr val="1F2C8F"/>
      </a:hlink>
      <a:folHlink>
        <a:srgbClr val="AAC3E9"/>
      </a:folHlink>
    </a:clrScheme>
    <a:fontScheme name="Custom 22">
      <a:majorFont>
        <a:latin typeface="Arial Black"/>
        <a:ea typeface=""/>
        <a:cs typeface=""/>
      </a:majorFont>
      <a:minorFont>
        <a:latin typeface="Sabon Next L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2893085_TF78438558_Win32" id="{3A360CBA-99A0-49ED-B63F-2D1627BB2518}" vid="{56FFFEFC-6F1D-4078-81C7-9B5A182BBA3B}"/>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719FA4-954C-4FA8-82CB-206659C3B82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4948363-B267-4BAC-8655-100FBEC280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6DBB56F-4362-4386-A1A1-3DF89889661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{6C16E821-2375-4C4E-B041-76AB3DD61015}TF8a9b5915-b8c7-461e-8cdd-693d48b5e32310e906f8_win32-220c37ecc522</Template>
  <TotalTime>595</TotalTime>
  <Words>1291</Words>
  <Application>Microsoft Office PowerPoint</Application>
  <PresentationFormat>Grand écran</PresentationFormat>
  <Paragraphs>271</Paragraphs>
  <Slides>16</Slides>
  <Notes>10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16</vt:i4>
      </vt:variant>
    </vt:vector>
  </HeadingPairs>
  <TitlesOfParts>
    <vt:vector size="22" baseType="lpstr">
      <vt:lpstr>Arial</vt:lpstr>
      <vt:lpstr>Arial Black</vt:lpstr>
      <vt:lpstr>Calibri</vt:lpstr>
      <vt:lpstr>Sabon Next LT</vt:lpstr>
      <vt:lpstr>Times New Roman</vt:lpstr>
      <vt:lpstr>Personnalisé</vt:lpstr>
      <vt:lpstr>CONCEPTION, DEVELOPPEMENT ET DEPLOIEMENT D’UN GESTIONNAIRE WEB SECURISE POUR L’ADMINISTRATION ET L’AUDIT DES PROFILS APPArmor AVEC DETECTION ET MITIGATION DES COMPORTEMENTS MALVEILLANTS</vt:lpstr>
      <vt:lpstr>CAHIER DES CHARGES   SOMMAIRE</vt:lpstr>
      <vt:lpstr>I. CONTEXTE ET JUSTIFICATION</vt:lpstr>
      <vt:lpstr>II. OBJECTIF PRINCIPAL DU PROJET</vt:lpstr>
      <vt:lpstr>OBJECTIFS SPECIFIQUES</vt:lpstr>
      <vt:lpstr>III. EXPRESSIONS DES BESOINS FONCTIONNELS</vt:lpstr>
      <vt:lpstr>IV. EVALUATION DES RESSOURCES</vt:lpstr>
      <vt:lpstr>Présentation PowerPoint</vt:lpstr>
      <vt:lpstr>Présentation PowerPoint</vt:lpstr>
      <vt:lpstr>Budgétisation du projet</vt:lpstr>
      <vt:lpstr>Operations </vt:lpstr>
      <vt:lpstr>Perimetre </vt:lpstr>
      <vt:lpstr>specificites</vt:lpstr>
      <vt:lpstr>V. Planification du projet</vt:lpstr>
      <vt:lpstr>VI. LES LIVRABLES</vt:lpstr>
      <vt:lpstr>MERCI POUR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DEVELOPPEMENT ET DEPLOIEMENT D’UN GESTIONNAIRE WEB SECURISE POUR L’ADMINISTRATION ET L’AUDIT DES PROFILS AppARMOR AVEC DETECTION ET MITIGATION DES COMPORTEMENTS MALVEILLANTS</dc:title>
  <dc:subject/>
  <dc:creator>Emilie Nana Ndieupe</dc:creator>
  <cp:lastModifiedBy>Emilie Nana Ndieupe</cp:lastModifiedBy>
  <cp:revision>17</cp:revision>
  <dcterms:created xsi:type="dcterms:W3CDTF">2026-05-04T10:40:56Z</dcterms:created>
  <dcterms:modified xsi:type="dcterms:W3CDTF">2026-07-10T22:15:38Z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